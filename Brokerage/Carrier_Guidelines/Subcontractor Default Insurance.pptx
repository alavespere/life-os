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notesMasterIdLst>
    <p:notesMasterId r:id="rId11"/>
  </p:notesMasterIdLst>
  <p:handoutMasterIdLst>
    <p:handoutMasterId r:id="rId12"/>
  </p:handoutMasterIdLst>
  <p:sldIdLst>
    <p:sldId id="286" r:id="rId6"/>
    <p:sldId id="257" r:id="rId7"/>
    <p:sldId id="292" r:id="rId8"/>
    <p:sldId id="261" r:id="rId9"/>
    <p:sldId id="29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B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33" autoAdjust="0"/>
    <p:restoredTop sz="93030"/>
  </p:normalViewPr>
  <p:slideViewPr>
    <p:cSldViewPr snapToGrid="0" snapToObjects="1">
      <p:cViewPr>
        <p:scale>
          <a:sx n="79" d="100"/>
          <a:sy n="79" d="100"/>
        </p:scale>
        <p:origin x="738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6" d="100"/>
          <a:sy n="76" d="100"/>
        </p:scale>
        <p:origin x="4144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1.xml"/><Relationship Id="rId15" Type="http://schemas.openxmlformats.org/officeDocument/2006/relationships/theme" Target="theme/theme1.xml"/><Relationship Id="rId10" Type="http://schemas.openxmlformats.org/officeDocument/2006/relationships/slide" Target="slides/slide5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SDI</a:t>
            </a:r>
            <a:r>
              <a:rPr lang="en-US" baseline="0" dirty="0"/>
              <a:t> Pricing Elements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Owner Charge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SDI Pricing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E3F-0746-A76D-F68E2FFD148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Insurance Charge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SDI Pricing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E3F-0746-A76D-F68E2FFD148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Loss Fund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SDI Pricing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E3F-0746-A76D-F68E2FFD14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5"/>
        <c:overlap val="-18"/>
        <c:axId val="1249920384"/>
        <c:axId val="1255036624"/>
      </c:barChart>
      <c:catAx>
        <c:axId val="1249920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55036624"/>
        <c:crosses val="autoZero"/>
        <c:auto val="1"/>
        <c:lblAlgn val="ctr"/>
        <c:lblOffset val="100"/>
        <c:noMultiLvlLbl val="0"/>
      </c:catAx>
      <c:valAx>
        <c:axId val="1255036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accent6">
                  <a:lumMod val="60000"/>
                  <a:lumOff val="4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9920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9E267A-F513-B64F-B928-FD1F100DA14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4F0A1A-E75C-D640-B3AF-68C508BB294B}" type="datetimeFigureOut">
              <a:rPr lang="en-US" smtClean="0">
                <a:latin typeface="Century Gothic" panose="020B0502020202020204" pitchFamily="34" charset="0"/>
              </a:rPr>
              <a:t>4/25/2022</a:t>
            </a:fld>
            <a:endParaRPr lang="en-US">
              <a:latin typeface="Century Gothic" panose="020B0502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699ABE-F474-AF43-B4B2-16DE6753DBB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r>
              <a:rPr lang="en-US" sz="1050" b="1" dirty="0">
                <a:solidFill>
                  <a:srgbClr val="101820"/>
                </a:solidFill>
                <a:latin typeface="Century Gothic" panose="020F0302020204030204"/>
              </a:rPr>
              <a:t>EPIC INSURANCE BROKERS &amp; CONSULTANTS</a:t>
            </a:r>
          </a:p>
          <a:p>
            <a:endParaRPr lang="en-US" sz="800" b="1" dirty="0">
              <a:latin typeface="Century Gothic" panose="020B0502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248FE6-A838-9842-B3D4-9E1B25C21E0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2BA117-62C7-094B-8A24-17094DD2035E}" type="slidenum">
              <a:rPr lang="en-US" smtClean="0">
                <a:latin typeface="Century Gothic" panose="020B0502020202020204" pitchFamily="34" charset="0"/>
              </a:rPr>
              <a:t>‹#›</a:t>
            </a:fld>
            <a:endParaRPr lang="en-US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49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Century Gothic" panose="020B0502020202020204" pitchFamily="34" charset="0"/>
              </a:defRPr>
            </a:lvl1pPr>
          </a:lstStyle>
          <a:p>
            <a:endParaRPr lang="en-US">
              <a:latin typeface="Century Gothic" panose="020B0502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Century Gothic" panose="020B0502020202020204" pitchFamily="34" charset="0"/>
              </a:defRPr>
            </a:lvl1pPr>
          </a:lstStyle>
          <a:p>
            <a:fld id="{27BF895B-D99F-D14C-9F84-543D1E2A2236}" type="datetimeFigureOut">
              <a:rPr lang="en-US" smtClean="0"/>
              <a:pPr/>
              <a:t>4/25/2022</a:t>
            </a:fld>
            <a:endParaRPr lang="en-US">
              <a:latin typeface="Century Gothic" panose="020B0502020202020204" pitchFamily="34" charset="0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000">
                <a:latin typeface="Century Gothic" panose="020B0502020202020204" pitchFamily="34" charset="0"/>
              </a:defRPr>
            </a:lvl1pPr>
          </a:lstStyle>
          <a:p>
            <a:r>
              <a:rPr lang="en-US">
                <a:solidFill>
                  <a:srgbClr val="101820"/>
                </a:solidFill>
                <a:latin typeface="Century Gothic" panose="020F0302020204030204"/>
              </a:rPr>
              <a:t>EPIC INSURANCE BROKERS &amp; CONSULTANTS</a:t>
            </a:r>
            <a:endParaRPr lang="en-US" dirty="0">
              <a:solidFill>
                <a:srgbClr val="101820"/>
              </a:solidFill>
              <a:latin typeface="Century Gothic" panose="020F0302020204030204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1">
                <a:latin typeface="Century Gothic" panose="020B0502020202020204" pitchFamily="34" charset="0"/>
              </a:defRPr>
            </a:lvl1pPr>
          </a:lstStyle>
          <a:p>
            <a:fld id="{949C30DA-6FFD-CE41-B86E-1A814BC4B5E1}" type="slidenum">
              <a:rPr lang="en-US" smtClean="0"/>
              <a:pPr/>
              <a:t>‹#›</a:t>
            </a:fld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611789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epicbrokers.com/" TargetMode="External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hyperlink" Target="http://www.epicbrokers.com/" TargetMode="Externa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epicbrokers.com/" TargetMode="External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 t="-33000" b="5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627232D-09BD-C646-B1F5-4A66DEEB8DCF}"/>
              </a:ext>
            </a:extLst>
          </p:cNvPr>
          <p:cNvSpPr/>
          <p:nvPr userDrawn="1"/>
        </p:nvSpPr>
        <p:spPr>
          <a:xfrm flipH="1">
            <a:off x="7924800" y="2651760"/>
            <a:ext cx="4267200" cy="4206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436B26-1EF5-2341-A191-7F6226D28668}"/>
              </a:ext>
            </a:extLst>
          </p:cNvPr>
          <p:cNvSpPr/>
          <p:nvPr userDrawn="1"/>
        </p:nvSpPr>
        <p:spPr>
          <a:xfrm>
            <a:off x="0" y="2651760"/>
            <a:ext cx="7924799" cy="4206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CD953A-4D3A-8143-AC62-55EA9FA2C6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1888" y="3058721"/>
            <a:ext cx="6901542" cy="152504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FAD6ED-2BA4-6E40-85F2-6FF2F4EC3F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1888" y="4675837"/>
            <a:ext cx="6901542" cy="747146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2" name="TextBox 11">
            <a:hlinkClick r:id="rId3"/>
            <a:extLst>
              <a:ext uri="{FF2B5EF4-FFF2-40B4-BE49-F238E27FC236}">
                <a16:creationId xmlns:a16="http://schemas.microsoft.com/office/drawing/2014/main" id="{3B614E2C-0EED-2E49-A38C-E9320487B414}"/>
              </a:ext>
            </a:extLst>
          </p:cNvPr>
          <p:cNvSpPr txBox="1"/>
          <p:nvPr userDrawn="1"/>
        </p:nvSpPr>
        <p:spPr>
          <a:xfrm>
            <a:off x="266701" y="6378247"/>
            <a:ext cx="524919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i="0" dirty="0">
                <a:solidFill>
                  <a:schemeClr val="accent3"/>
                </a:solidFill>
              </a:rPr>
              <a:t>©2022 Edgewood Partners Insurance Center. All rights reserved. | CA License: 0B29370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91B0124E-D7A0-EB44-865C-9BA5310CF09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186602" y="3009735"/>
            <a:ext cx="3603171" cy="1828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Insert Client or Partner</a:t>
            </a:r>
            <a:br>
              <a:rPr lang="en-US" dirty="0"/>
            </a:br>
            <a:r>
              <a:rPr lang="en-US" dirty="0"/>
              <a:t>Logo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13DBF6-C895-DF43-8CE7-094D40605A2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6602" y="4954040"/>
            <a:ext cx="3603625" cy="1153073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135C2B70-CE52-044E-A5B3-84E513DC37D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1889" y="5583416"/>
            <a:ext cx="3375639" cy="428702"/>
          </a:xfrm>
        </p:spPr>
        <p:txBody>
          <a:bodyPr anchor="ctr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Add Presenter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F594A9D9-D2CB-464C-8F6F-D904A734041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17791" y="5583416"/>
            <a:ext cx="3375639" cy="428702"/>
          </a:xfrm>
        </p:spPr>
        <p:txBody>
          <a:bodyPr anchor="ctr"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2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Add Date</a:t>
            </a:r>
          </a:p>
        </p:txBody>
      </p:sp>
      <p:pic>
        <p:nvPicPr>
          <p:cNvPr id="27" name="Picture 16">
            <a:extLst>
              <a:ext uri="{FF2B5EF4-FFF2-40B4-BE49-F238E27FC236}">
                <a16:creationId xmlns:a16="http://schemas.microsoft.com/office/drawing/2014/main" id="{3F860173-53B8-5945-9909-532DDCC4A8A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628062" y="716834"/>
            <a:ext cx="2860676" cy="114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675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Brand Element"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6000"/>
                    </a14:imgEffect>
                  </a14:imgLayer>
                </a14:imgProps>
              </a:ext>
            </a:extLst>
          </a:blip>
          <a:srcRect/>
          <a:stretch>
            <a:fillRect b="-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4BED062-BD86-BF4F-BAF6-E3B01E8C8CED}"/>
              </a:ext>
            </a:extLst>
          </p:cNvPr>
          <p:cNvSpPr/>
          <p:nvPr userDrawn="1"/>
        </p:nvSpPr>
        <p:spPr>
          <a:xfrm flipV="1">
            <a:off x="0" y="5600700"/>
            <a:ext cx="12192000" cy="1257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BCE33022-6D45-9E4F-A847-A466798F8865}"/>
              </a:ext>
            </a:extLst>
          </p:cNvPr>
          <p:cNvSpPr/>
          <p:nvPr userDrawn="1"/>
        </p:nvSpPr>
        <p:spPr>
          <a:xfrm>
            <a:off x="793508" y="1693255"/>
            <a:ext cx="4206241" cy="4438384"/>
          </a:xfrm>
          <a:custGeom>
            <a:avLst/>
            <a:gdLst>
              <a:gd name="connsiteX0" fmla="*/ 0 w 3154681"/>
              <a:gd name="connsiteY0" fmla="*/ 0 h 3337560"/>
              <a:gd name="connsiteX1" fmla="*/ 3154681 w 3154681"/>
              <a:gd name="connsiteY1" fmla="*/ 0 h 3337560"/>
              <a:gd name="connsiteX2" fmla="*/ 3154681 w 3154681"/>
              <a:gd name="connsiteY2" fmla="*/ 3337560 h 3337560"/>
              <a:gd name="connsiteX3" fmla="*/ 0 w 3154681"/>
              <a:gd name="connsiteY3" fmla="*/ 3337560 h 3337560"/>
              <a:gd name="connsiteX4" fmla="*/ 0 w 3154681"/>
              <a:gd name="connsiteY4" fmla="*/ 0 h 3337560"/>
              <a:gd name="connsiteX0" fmla="*/ 6350 w 3161031"/>
              <a:gd name="connsiteY0" fmla="*/ 0 h 3337560"/>
              <a:gd name="connsiteX1" fmla="*/ 3161031 w 3161031"/>
              <a:gd name="connsiteY1" fmla="*/ 0 h 3337560"/>
              <a:gd name="connsiteX2" fmla="*/ 3161031 w 3161031"/>
              <a:gd name="connsiteY2" fmla="*/ 3337560 h 3337560"/>
              <a:gd name="connsiteX3" fmla="*/ 6350 w 3161031"/>
              <a:gd name="connsiteY3" fmla="*/ 3337560 h 3337560"/>
              <a:gd name="connsiteX4" fmla="*/ 0 w 3161031"/>
              <a:gd name="connsiteY4" fmla="*/ 1974850 h 3337560"/>
              <a:gd name="connsiteX5" fmla="*/ 6350 w 3161031"/>
              <a:gd name="connsiteY5" fmla="*/ 0 h 3337560"/>
              <a:gd name="connsiteX0" fmla="*/ 235570 w 3390251"/>
              <a:gd name="connsiteY0" fmla="*/ 0 h 3337560"/>
              <a:gd name="connsiteX1" fmla="*/ 3390251 w 3390251"/>
              <a:gd name="connsiteY1" fmla="*/ 0 h 3337560"/>
              <a:gd name="connsiteX2" fmla="*/ 3390251 w 3390251"/>
              <a:gd name="connsiteY2" fmla="*/ 3337560 h 3337560"/>
              <a:gd name="connsiteX3" fmla="*/ 235570 w 3390251"/>
              <a:gd name="connsiteY3" fmla="*/ 3337560 h 3337560"/>
              <a:gd name="connsiteX4" fmla="*/ 229220 w 3390251"/>
              <a:gd name="connsiteY4" fmla="*/ 2101850 h 3337560"/>
              <a:gd name="connsiteX5" fmla="*/ 229220 w 3390251"/>
              <a:gd name="connsiteY5" fmla="*/ 1974850 h 3337560"/>
              <a:gd name="connsiteX6" fmla="*/ 235570 w 3390251"/>
              <a:gd name="connsiteY6" fmla="*/ 0 h 3337560"/>
              <a:gd name="connsiteX0" fmla="*/ 7144 w 3161825"/>
              <a:gd name="connsiteY0" fmla="*/ 0 h 3337560"/>
              <a:gd name="connsiteX1" fmla="*/ 3161825 w 3161825"/>
              <a:gd name="connsiteY1" fmla="*/ 0 h 3337560"/>
              <a:gd name="connsiteX2" fmla="*/ 3161825 w 3161825"/>
              <a:gd name="connsiteY2" fmla="*/ 3337560 h 3337560"/>
              <a:gd name="connsiteX3" fmla="*/ 7144 w 3161825"/>
              <a:gd name="connsiteY3" fmla="*/ 3337560 h 3337560"/>
              <a:gd name="connsiteX4" fmla="*/ 794 w 3161825"/>
              <a:gd name="connsiteY4" fmla="*/ 2101850 h 3337560"/>
              <a:gd name="connsiteX5" fmla="*/ 794 w 3161825"/>
              <a:gd name="connsiteY5" fmla="*/ 1974850 h 3337560"/>
              <a:gd name="connsiteX6" fmla="*/ 7144 w 3161825"/>
              <a:gd name="connsiteY6" fmla="*/ 0 h 333756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889794 w 3161825"/>
              <a:gd name="connsiteY3" fmla="*/ 3340100 h 3340100"/>
              <a:gd name="connsiteX4" fmla="*/ 7144 w 3161825"/>
              <a:gd name="connsiteY4" fmla="*/ 3337560 h 3340100"/>
              <a:gd name="connsiteX5" fmla="*/ 794 w 3161825"/>
              <a:gd name="connsiteY5" fmla="*/ 2101850 h 3340100"/>
              <a:gd name="connsiteX6" fmla="*/ 794 w 3161825"/>
              <a:gd name="connsiteY6" fmla="*/ 1974850 h 3340100"/>
              <a:gd name="connsiteX7" fmla="*/ 7144 w 3161825"/>
              <a:gd name="connsiteY7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7144 w 3161825"/>
              <a:gd name="connsiteY5" fmla="*/ 3337560 h 3340100"/>
              <a:gd name="connsiteX6" fmla="*/ 794 w 3161825"/>
              <a:gd name="connsiteY6" fmla="*/ 2101850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67294 w 3221975"/>
              <a:gd name="connsiteY0" fmla="*/ 0 h 3429850"/>
              <a:gd name="connsiteX1" fmla="*/ 3221975 w 3221975"/>
              <a:gd name="connsiteY1" fmla="*/ 0 h 3429850"/>
              <a:gd name="connsiteX2" fmla="*/ 3221975 w 3221975"/>
              <a:gd name="connsiteY2" fmla="*/ 3337560 h 3429850"/>
              <a:gd name="connsiteX3" fmla="*/ 1083294 w 3221975"/>
              <a:gd name="connsiteY3" fmla="*/ 3340100 h 3429850"/>
              <a:gd name="connsiteX4" fmla="*/ 949944 w 3221975"/>
              <a:gd name="connsiteY4" fmla="*/ 3340100 h 3429850"/>
              <a:gd name="connsiteX5" fmla="*/ 67294 w 3221975"/>
              <a:gd name="connsiteY5" fmla="*/ 3337560 h 3429850"/>
              <a:gd name="connsiteX6" fmla="*/ 60944 w 3221975"/>
              <a:gd name="connsiteY6" fmla="*/ 2101850 h 3429850"/>
              <a:gd name="connsiteX7" fmla="*/ 60944 w 3221975"/>
              <a:gd name="connsiteY7" fmla="*/ 1974850 h 3429850"/>
              <a:gd name="connsiteX8" fmla="*/ 67294 w 3221975"/>
              <a:gd name="connsiteY8" fmla="*/ 0 h 342985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134144 w 3161825"/>
              <a:gd name="connsiteY5" fmla="*/ 3032760 h 3340100"/>
              <a:gd name="connsiteX6" fmla="*/ 794 w 3161825"/>
              <a:gd name="connsiteY6" fmla="*/ 2101850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134144 w 3161825"/>
              <a:gd name="connsiteY5" fmla="*/ 3032760 h 3340100"/>
              <a:gd name="connsiteX6" fmla="*/ 794 w 3161825"/>
              <a:gd name="connsiteY6" fmla="*/ 2490395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134144 w 3161825"/>
              <a:gd name="connsiteY5" fmla="*/ 3032760 h 3340100"/>
              <a:gd name="connsiteX6" fmla="*/ 794 w 3161825"/>
              <a:gd name="connsiteY6" fmla="*/ 2490395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216890 w 3161825"/>
              <a:gd name="connsiteY5" fmla="*/ 3133494 h 3340100"/>
              <a:gd name="connsiteX6" fmla="*/ 794 w 3161825"/>
              <a:gd name="connsiteY6" fmla="*/ 2490395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216890 w 3161825"/>
              <a:gd name="connsiteY5" fmla="*/ 3133494 h 3340100"/>
              <a:gd name="connsiteX6" fmla="*/ 794 w 3161825"/>
              <a:gd name="connsiteY6" fmla="*/ 2490395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216890 w 3161825"/>
              <a:gd name="connsiteY4" fmla="*/ 3133494 h 3340100"/>
              <a:gd name="connsiteX5" fmla="*/ 794 w 3161825"/>
              <a:gd name="connsiteY5" fmla="*/ 2490395 h 3340100"/>
              <a:gd name="connsiteX6" fmla="*/ 794 w 3161825"/>
              <a:gd name="connsiteY6" fmla="*/ 1974850 h 3340100"/>
              <a:gd name="connsiteX7" fmla="*/ 7144 w 3161825"/>
              <a:gd name="connsiteY7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216890 w 3161825"/>
              <a:gd name="connsiteY4" fmla="*/ 3133494 h 3340100"/>
              <a:gd name="connsiteX5" fmla="*/ 794 w 3161825"/>
              <a:gd name="connsiteY5" fmla="*/ 2490395 h 3340100"/>
              <a:gd name="connsiteX6" fmla="*/ 794 w 3161825"/>
              <a:gd name="connsiteY6" fmla="*/ 1974850 h 3340100"/>
              <a:gd name="connsiteX7" fmla="*/ 7144 w 3161825"/>
              <a:gd name="connsiteY7" fmla="*/ 0 h 3340100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216096 w 3161031"/>
              <a:gd name="connsiteY4" fmla="*/ 3133494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44144 w 3161031"/>
              <a:gd name="connsiteY4" fmla="*/ 3122702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44144 w 3161031"/>
              <a:gd name="connsiteY4" fmla="*/ 3122702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10800 w 3165481"/>
              <a:gd name="connsiteY0" fmla="*/ 0 h 3358187"/>
              <a:gd name="connsiteX1" fmla="*/ 3165481 w 3165481"/>
              <a:gd name="connsiteY1" fmla="*/ 0 h 3358187"/>
              <a:gd name="connsiteX2" fmla="*/ 3165481 w 3165481"/>
              <a:gd name="connsiteY2" fmla="*/ 3337560 h 3358187"/>
              <a:gd name="connsiteX3" fmla="*/ 1026800 w 3165481"/>
              <a:gd name="connsiteY3" fmla="*/ 3340100 h 3358187"/>
              <a:gd name="connsiteX4" fmla="*/ 148594 w 3165481"/>
              <a:gd name="connsiteY4" fmla="*/ 3122702 h 3358187"/>
              <a:gd name="connsiteX5" fmla="*/ 4450 w 3165481"/>
              <a:gd name="connsiteY5" fmla="*/ 1974850 h 3358187"/>
              <a:gd name="connsiteX6" fmla="*/ 10800 w 3165481"/>
              <a:gd name="connsiteY6" fmla="*/ 0 h 3358187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58534 w 3161031"/>
              <a:gd name="connsiteY4" fmla="*/ 3065140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72925 w 3161031"/>
              <a:gd name="connsiteY4" fmla="*/ 3072335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9129 w 3163810"/>
              <a:gd name="connsiteY0" fmla="*/ 0 h 3340100"/>
              <a:gd name="connsiteX1" fmla="*/ 3163810 w 3163810"/>
              <a:gd name="connsiteY1" fmla="*/ 0 h 3340100"/>
              <a:gd name="connsiteX2" fmla="*/ 3163810 w 3163810"/>
              <a:gd name="connsiteY2" fmla="*/ 3337560 h 3340100"/>
              <a:gd name="connsiteX3" fmla="*/ 1025129 w 3163810"/>
              <a:gd name="connsiteY3" fmla="*/ 3340100 h 3340100"/>
              <a:gd name="connsiteX4" fmla="*/ 175704 w 3163810"/>
              <a:gd name="connsiteY4" fmla="*/ 3072335 h 3340100"/>
              <a:gd name="connsiteX5" fmla="*/ 2779 w 3163810"/>
              <a:gd name="connsiteY5" fmla="*/ 1974850 h 3340100"/>
              <a:gd name="connsiteX6" fmla="*/ 9129 w 3163810"/>
              <a:gd name="connsiteY6" fmla="*/ 0 h 3340100"/>
              <a:gd name="connsiteX0" fmla="*/ 7614 w 3162295"/>
              <a:gd name="connsiteY0" fmla="*/ 0 h 3346738"/>
              <a:gd name="connsiteX1" fmla="*/ 3162295 w 3162295"/>
              <a:gd name="connsiteY1" fmla="*/ 0 h 3346738"/>
              <a:gd name="connsiteX2" fmla="*/ 3162295 w 3162295"/>
              <a:gd name="connsiteY2" fmla="*/ 3337560 h 3346738"/>
              <a:gd name="connsiteX3" fmla="*/ 1023614 w 3162295"/>
              <a:gd name="connsiteY3" fmla="*/ 3340100 h 3346738"/>
              <a:gd name="connsiteX4" fmla="*/ 177787 w 3162295"/>
              <a:gd name="connsiteY4" fmla="*/ 3104714 h 3346738"/>
              <a:gd name="connsiteX5" fmla="*/ 1264 w 3162295"/>
              <a:gd name="connsiteY5" fmla="*/ 1974850 h 3346738"/>
              <a:gd name="connsiteX6" fmla="*/ 7614 w 3162295"/>
              <a:gd name="connsiteY6" fmla="*/ 0 h 3346738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76523 w 3161031"/>
              <a:gd name="connsiteY4" fmla="*/ 3104714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65730 w 3161031"/>
              <a:gd name="connsiteY4" fmla="*/ 3115507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12259 w 3166940"/>
              <a:gd name="connsiteY0" fmla="*/ 0 h 3340100"/>
              <a:gd name="connsiteX1" fmla="*/ 3166940 w 3166940"/>
              <a:gd name="connsiteY1" fmla="*/ 0 h 3340100"/>
              <a:gd name="connsiteX2" fmla="*/ 3166940 w 3166940"/>
              <a:gd name="connsiteY2" fmla="*/ 3337560 h 3340100"/>
              <a:gd name="connsiteX3" fmla="*/ 1028259 w 3166940"/>
              <a:gd name="connsiteY3" fmla="*/ 3340100 h 3340100"/>
              <a:gd name="connsiteX4" fmla="*/ 171639 w 3166940"/>
              <a:gd name="connsiteY4" fmla="*/ 3115507 h 3340100"/>
              <a:gd name="connsiteX5" fmla="*/ 5909 w 3166940"/>
              <a:gd name="connsiteY5" fmla="*/ 1974850 h 3340100"/>
              <a:gd name="connsiteX6" fmla="*/ 12259 w 3166940"/>
              <a:gd name="connsiteY6" fmla="*/ 0 h 3340100"/>
              <a:gd name="connsiteX0" fmla="*/ 12259 w 3166940"/>
              <a:gd name="connsiteY0" fmla="*/ 0 h 3340100"/>
              <a:gd name="connsiteX1" fmla="*/ 3166940 w 3166940"/>
              <a:gd name="connsiteY1" fmla="*/ 0 h 3340100"/>
              <a:gd name="connsiteX2" fmla="*/ 3166940 w 3166940"/>
              <a:gd name="connsiteY2" fmla="*/ 3337560 h 3340100"/>
              <a:gd name="connsiteX3" fmla="*/ 1028259 w 3166940"/>
              <a:gd name="connsiteY3" fmla="*/ 3340100 h 3340100"/>
              <a:gd name="connsiteX4" fmla="*/ 171639 w 3166940"/>
              <a:gd name="connsiteY4" fmla="*/ 3115507 h 3340100"/>
              <a:gd name="connsiteX5" fmla="*/ 5909 w 3166940"/>
              <a:gd name="connsiteY5" fmla="*/ 1974850 h 3340100"/>
              <a:gd name="connsiteX6" fmla="*/ 12259 w 3166940"/>
              <a:gd name="connsiteY6" fmla="*/ 0 h 3340100"/>
              <a:gd name="connsiteX0" fmla="*/ 11103 w 3165784"/>
              <a:gd name="connsiteY0" fmla="*/ 0 h 3340100"/>
              <a:gd name="connsiteX1" fmla="*/ 3165784 w 3165784"/>
              <a:gd name="connsiteY1" fmla="*/ 0 h 3340100"/>
              <a:gd name="connsiteX2" fmla="*/ 3165784 w 3165784"/>
              <a:gd name="connsiteY2" fmla="*/ 3337560 h 3340100"/>
              <a:gd name="connsiteX3" fmla="*/ 1027103 w 3165784"/>
              <a:gd name="connsiteY3" fmla="*/ 3340100 h 3340100"/>
              <a:gd name="connsiteX4" fmla="*/ 188472 w 3165784"/>
              <a:gd name="connsiteY4" fmla="*/ 3119104 h 3340100"/>
              <a:gd name="connsiteX5" fmla="*/ 4753 w 3165784"/>
              <a:gd name="connsiteY5" fmla="*/ 1974850 h 3340100"/>
              <a:gd name="connsiteX6" fmla="*/ 11103 w 3165784"/>
              <a:gd name="connsiteY6" fmla="*/ 0 h 3340100"/>
              <a:gd name="connsiteX0" fmla="*/ 10295 w 3164976"/>
              <a:gd name="connsiteY0" fmla="*/ 0 h 3340100"/>
              <a:gd name="connsiteX1" fmla="*/ 3164976 w 3164976"/>
              <a:gd name="connsiteY1" fmla="*/ 0 h 3340100"/>
              <a:gd name="connsiteX2" fmla="*/ 3164976 w 3164976"/>
              <a:gd name="connsiteY2" fmla="*/ 3337560 h 3340100"/>
              <a:gd name="connsiteX3" fmla="*/ 1026295 w 3164976"/>
              <a:gd name="connsiteY3" fmla="*/ 3340100 h 3340100"/>
              <a:gd name="connsiteX4" fmla="*/ 205652 w 3164976"/>
              <a:gd name="connsiteY4" fmla="*/ 3147886 h 3340100"/>
              <a:gd name="connsiteX5" fmla="*/ 3945 w 3164976"/>
              <a:gd name="connsiteY5" fmla="*/ 1974850 h 3340100"/>
              <a:gd name="connsiteX6" fmla="*/ 10295 w 3164976"/>
              <a:gd name="connsiteY6" fmla="*/ 0 h 3340100"/>
              <a:gd name="connsiteX0" fmla="*/ 10722 w 3165403"/>
              <a:gd name="connsiteY0" fmla="*/ 0 h 3340100"/>
              <a:gd name="connsiteX1" fmla="*/ 3165403 w 3165403"/>
              <a:gd name="connsiteY1" fmla="*/ 0 h 3340100"/>
              <a:gd name="connsiteX2" fmla="*/ 3165403 w 3165403"/>
              <a:gd name="connsiteY2" fmla="*/ 3337560 h 3340100"/>
              <a:gd name="connsiteX3" fmla="*/ 1026722 w 3165403"/>
              <a:gd name="connsiteY3" fmla="*/ 3340100 h 3340100"/>
              <a:gd name="connsiteX4" fmla="*/ 206079 w 3165403"/>
              <a:gd name="connsiteY4" fmla="*/ 3147886 h 3340100"/>
              <a:gd name="connsiteX5" fmla="*/ 4372 w 3165403"/>
              <a:gd name="connsiteY5" fmla="*/ 1974850 h 3340100"/>
              <a:gd name="connsiteX6" fmla="*/ 10722 w 3165403"/>
              <a:gd name="connsiteY6" fmla="*/ 0 h 3340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65403" h="3340100">
                <a:moveTo>
                  <a:pt x="10722" y="0"/>
                </a:moveTo>
                <a:lnTo>
                  <a:pt x="3165403" y="0"/>
                </a:lnTo>
                <a:lnTo>
                  <a:pt x="3165403" y="3337560"/>
                </a:lnTo>
                <a:lnTo>
                  <a:pt x="1026722" y="3340100"/>
                </a:lnTo>
                <a:cubicBezTo>
                  <a:pt x="485533" y="3331273"/>
                  <a:pt x="365680" y="3321463"/>
                  <a:pt x="206079" y="3147886"/>
                </a:cubicBezTo>
                <a:cubicBezTo>
                  <a:pt x="46478" y="2974309"/>
                  <a:pt x="-18232" y="2828082"/>
                  <a:pt x="4372" y="1974850"/>
                </a:cubicBezTo>
                <a:cubicBezTo>
                  <a:pt x="6489" y="1316567"/>
                  <a:pt x="8605" y="658283"/>
                  <a:pt x="10722" y="0"/>
                </a:cubicBezTo>
                <a:close/>
              </a:path>
            </a:pathLst>
          </a:custGeom>
          <a:gradFill>
            <a:gsLst>
              <a:gs pos="0">
                <a:srgbClr val="055EBC"/>
              </a:gs>
              <a:gs pos="22000">
                <a:srgbClr val="054F8E"/>
              </a:gs>
              <a:gs pos="57000">
                <a:srgbClr val="054777"/>
              </a:gs>
              <a:gs pos="100000">
                <a:srgbClr val="043F5F"/>
              </a:gs>
            </a:gsLst>
            <a:lin ang="14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CD953A-4D3A-8143-AC62-55EA9FA2C6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642" y="2110224"/>
            <a:ext cx="3412671" cy="2167862"/>
          </a:xfrm>
        </p:spPr>
        <p:txBody>
          <a:bodyPr anchor="ctr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FAD6ED-2BA4-6E40-85F2-6FF2F4EC3F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4642" y="4588329"/>
            <a:ext cx="3412671" cy="1012371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Box 9">
            <a:hlinkClick r:id="rId4"/>
            <a:extLst>
              <a:ext uri="{FF2B5EF4-FFF2-40B4-BE49-F238E27FC236}">
                <a16:creationId xmlns:a16="http://schemas.microsoft.com/office/drawing/2014/main" id="{E46079FD-B246-E940-AAE3-EA3A2C3CFECF}"/>
              </a:ext>
            </a:extLst>
          </p:cNvPr>
          <p:cNvSpPr txBox="1"/>
          <p:nvPr userDrawn="1"/>
        </p:nvSpPr>
        <p:spPr>
          <a:xfrm>
            <a:off x="9818369" y="6060073"/>
            <a:ext cx="210692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i="0" dirty="0">
                <a:solidFill>
                  <a:srgbClr val="004B87"/>
                </a:solidFill>
              </a:rPr>
              <a:t>EPICBROKERS.COM</a:t>
            </a:r>
          </a:p>
        </p:txBody>
      </p:sp>
      <p:sp>
        <p:nvSpPr>
          <p:cNvPr id="13" name="TextBox 12">
            <a:hlinkClick r:id="rId4"/>
            <a:extLst>
              <a:ext uri="{FF2B5EF4-FFF2-40B4-BE49-F238E27FC236}">
                <a16:creationId xmlns:a16="http://schemas.microsoft.com/office/drawing/2014/main" id="{658D6719-4B3C-9947-BBD0-B5E52FFC1DAE}"/>
              </a:ext>
            </a:extLst>
          </p:cNvPr>
          <p:cNvSpPr txBox="1"/>
          <p:nvPr userDrawn="1"/>
        </p:nvSpPr>
        <p:spPr>
          <a:xfrm>
            <a:off x="266700" y="6378247"/>
            <a:ext cx="58292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i="0" dirty="0">
                <a:solidFill>
                  <a:schemeClr val="accent3"/>
                </a:solidFill>
              </a:rPr>
              <a:t>©2022 Edgewood Partners Insurance Center. All rights reserved. | CA License: 0B29370</a:t>
            </a:r>
          </a:p>
        </p:txBody>
      </p:sp>
      <p:pic>
        <p:nvPicPr>
          <p:cNvPr id="9" name="Picture 16">
            <a:extLst>
              <a:ext uri="{FF2B5EF4-FFF2-40B4-BE49-F238E27FC236}">
                <a16:creationId xmlns:a16="http://schemas.microsoft.com/office/drawing/2014/main" id="{EF368A8D-1465-8644-9243-3E369972BFD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972550" y="559621"/>
            <a:ext cx="2860676" cy="1141761"/>
          </a:xfrm>
          <a:prstGeom prst="rect">
            <a:avLst/>
          </a:prstGeom>
        </p:spPr>
      </p:pic>
      <p:sp>
        <p:nvSpPr>
          <p:cNvPr id="5" name="Rectangle 4">
            <a:hlinkClick r:id="rId4"/>
            <a:extLst>
              <a:ext uri="{FF2B5EF4-FFF2-40B4-BE49-F238E27FC236}">
                <a16:creationId xmlns:a16="http://schemas.microsoft.com/office/drawing/2014/main" id="{6565758F-5CBA-D84E-8B4F-C3FCFFB2F93B}"/>
              </a:ext>
            </a:extLst>
          </p:cNvPr>
          <p:cNvSpPr/>
          <p:nvPr userDrawn="1"/>
        </p:nvSpPr>
        <p:spPr>
          <a:xfrm>
            <a:off x="9793463" y="5988075"/>
            <a:ext cx="2175570" cy="5087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536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 Backgro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9B084C-8DF2-8B45-BE7F-84B9027E70A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CD953A-4D3A-8143-AC62-55EA9FA2C6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8089" y="2379147"/>
            <a:ext cx="8195823" cy="152504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FAD6ED-2BA4-6E40-85F2-6FF2F4EC3F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8089" y="3945750"/>
            <a:ext cx="8195823" cy="897484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2" name="TextBox 11">
            <a:hlinkClick r:id="rId3"/>
            <a:extLst>
              <a:ext uri="{FF2B5EF4-FFF2-40B4-BE49-F238E27FC236}">
                <a16:creationId xmlns:a16="http://schemas.microsoft.com/office/drawing/2014/main" id="{3B614E2C-0EED-2E49-A38C-E9320487B414}"/>
              </a:ext>
            </a:extLst>
          </p:cNvPr>
          <p:cNvSpPr txBox="1"/>
          <p:nvPr userDrawn="1"/>
        </p:nvSpPr>
        <p:spPr>
          <a:xfrm>
            <a:off x="2639961" y="6378247"/>
            <a:ext cx="582256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 i="0" dirty="0">
                <a:solidFill>
                  <a:schemeClr val="accent6"/>
                </a:solidFill>
              </a:rPr>
              <a:t>©2022 Edgewood Partners Insurance Center. All rights reserved. | CA License: 0B29370</a:t>
            </a:r>
          </a:p>
        </p:txBody>
      </p:sp>
      <p:pic>
        <p:nvPicPr>
          <p:cNvPr id="7" name="Picture 16">
            <a:extLst>
              <a:ext uri="{FF2B5EF4-FFF2-40B4-BE49-F238E27FC236}">
                <a16:creationId xmlns:a16="http://schemas.microsoft.com/office/drawing/2014/main" id="{977FE3B6-FCF7-284C-95CA-99FB4ADD7D0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972550" y="559621"/>
            <a:ext cx="2860676" cy="114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247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9B9A-3D8D-6A42-993D-D42736AC4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E0754-8937-E34A-92A1-CB8273737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53313"/>
            <a:ext cx="11625086" cy="4681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E52A6-3DE5-E843-8BA1-13C08F7A5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54E9983-FA90-8249-A239-F1BED6BF6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pic>
        <p:nvPicPr>
          <p:cNvPr id="9" name="Picture 10">
            <a:extLst>
              <a:ext uri="{FF2B5EF4-FFF2-40B4-BE49-F238E27FC236}">
                <a16:creationId xmlns:a16="http://schemas.microsoft.com/office/drawing/2014/main" id="{1017728A-FF65-2E4D-A2D1-C995CED9F6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991088" y="365125"/>
            <a:ext cx="981972" cy="22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415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9B9A-3D8D-6A42-993D-D42736AC4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E0754-8937-E34A-92A1-CB8273737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353313"/>
            <a:ext cx="11625086" cy="46813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127E8B9-7CC2-B948-87C9-56315A17C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1820" y="6313486"/>
            <a:ext cx="618066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A84BF3D-D64F-F84C-9E8E-47BD1F735D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pic>
        <p:nvPicPr>
          <p:cNvPr id="11" name="Picture 12">
            <a:extLst>
              <a:ext uri="{FF2B5EF4-FFF2-40B4-BE49-F238E27FC236}">
                <a16:creationId xmlns:a16="http://schemas.microsoft.com/office/drawing/2014/main" id="{92A7A08E-3AD2-B54C-8D0D-D8AA084673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991088" y="369646"/>
            <a:ext cx="967317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878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 with Gradient Background">
    <p:bg>
      <p:bgPr>
        <a:gradFill>
          <a:gsLst>
            <a:gs pos="0">
              <a:srgbClr val="055EBC"/>
            </a:gs>
            <a:gs pos="27000">
              <a:srgbClr val="054F8E"/>
            </a:gs>
            <a:gs pos="55000">
              <a:srgbClr val="054777"/>
            </a:gs>
            <a:gs pos="100000">
              <a:srgbClr val="043F5F"/>
            </a:gs>
          </a:gsLst>
          <a:lin ang="3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9B9A-3D8D-6A42-993D-D42736AC4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2229" y="781039"/>
            <a:ext cx="9275837" cy="15133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E0754-8937-E34A-92A1-CB8273737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2229" y="2530929"/>
            <a:ext cx="9275838" cy="33310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E52A6-3DE5-E843-8BA1-13C08F7A5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54E9983-FA90-8249-A239-F1BED6BF6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pic>
        <p:nvPicPr>
          <p:cNvPr id="8" name="Picture 12">
            <a:extLst>
              <a:ext uri="{FF2B5EF4-FFF2-40B4-BE49-F238E27FC236}">
                <a16:creationId xmlns:a16="http://schemas.microsoft.com/office/drawing/2014/main" id="{7F3BB8D6-5330-2644-8D6E-B42F34F28B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991088" y="369646"/>
            <a:ext cx="967317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488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Slide with Black Backgrou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9B9A-3D8D-6A42-993D-D42736AC4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2229" y="781039"/>
            <a:ext cx="9275837" cy="15133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E0754-8937-E34A-92A1-CB8273737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2229" y="2530929"/>
            <a:ext cx="9275838" cy="333102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E52A6-3DE5-E843-8BA1-13C08F7A5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54E9983-FA90-8249-A239-F1BED6BF64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pic>
        <p:nvPicPr>
          <p:cNvPr id="8" name="Picture 12">
            <a:extLst>
              <a:ext uri="{FF2B5EF4-FFF2-40B4-BE49-F238E27FC236}">
                <a16:creationId xmlns:a16="http://schemas.microsoft.com/office/drawing/2014/main" id="{58FBE026-BAA6-3B49-83B7-259FBC712A7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991088" y="369646"/>
            <a:ext cx="967317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936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F4349BD-61E9-0D48-9929-FC0AB8879C9A}"/>
              </a:ext>
            </a:extLst>
          </p:cNvPr>
          <p:cNvSpPr/>
          <p:nvPr userDrawn="1"/>
        </p:nvSpPr>
        <p:spPr>
          <a:xfrm flipH="1">
            <a:off x="0" y="0"/>
            <a:ext cx="4267200" cy="6858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34ECDA1B-672D-104A-A23D-C7B73949C4C1}"/>
              </a:ext>
            </a:extLst>
          </p:cNvPr>
          <p:cNvSpPr/>
          <p:nvPr userDrawn="1"/>
        </p:nvSpPr>
        <p:spPr>
          <a:xfrm>
            <a:off x="1750771" y="1800019"/>
            <a:ext cx="3087559" cy="3257962"/>
          </a:xfrm>
          <a:custGeom>
            <a:avLst/>
            <a:gdLst>
              <a:gd name="connsiteX0" fmla="*/ 0 w 3154681"/>
              <a:gd name="connsiteY0" fmla="*/ 0 h 3337560"/>
              <a:gd name="connsiteX1" fmla="*/ 3154681 w 3154681"/>
              <a:gd name="connsiteY1" fmla="*/ 0 h 3337560"/>
              <a:gd name="connsiteX2" fmla="*/ 3154681 w 3154681"/>
              <a:gd name="connsiteY2" fmla="*/ 3337560 h 3337560"/>
              <a:gd name="connsiteX3" fmla="*/ 0 w 3154681"/>
              <a:gd name="connsiteY3" fmla="*/ 3337560 h 3337560"/>
              <a:gd name="connsiteX4" fmla="*/ 0 w 3154681"/>
              <a:gd name="connsiteY4" fmla="*/ 0 h 3337560"/>
              <a:gd name="connsiteX0" fmla="*/ 6350 w 3161031"/>
              <a:gd name="connsiteY0" fmla="*/ 0 h 3337560"/>
              <a:gd name="connsiteX1" fmla="*/ 3161031 w 3161031"/>
              <a:gd name="connsiteY1" fmla="*/ 0 h 3337560"/>
              <a:gd name="connsiteX2" fmla="*/ 3161031 w 3161031"/>
              <a:gd name="connsiteY2" fmla="*/ 3337560 h 3337560"/>
              <a:gd name="connsiteX3" fmla="*/ 6350 w 3161031"/>
              <a:gd name="connsiteY3" fmla="*/ 3337560 h 3337560"/>
              <a:gd name="connsiteX4" fmla="*/ 0 w 3161031"/>
              <a:gd name="connsiteY4" fmla="*/ 1974850 h 3337560"/>
              <a:gd name="connsiteX5" fmla="*/ 6350 w 3161031"/>
              <a:gd name="connsiteY5" fmla="*/ 0 h 3337560"/>
              <a:gd name="connsiteX0" fmla="*/ 235570 w 3390251"/>
              <a:gd name="connsiteY0" fmla="*/ 0 h 3337560"/>
              <a:gd name="connsiteX1" fmla="*/ 3390251 w 3390251"/>
              <a:gd name="connsiteY1" fmla="*/ 0 h 3337560"/>
              <a:gd name="connsiteX2" fmla="*/ 3390251 w 3390251"/>
              <a:gd name="connsiteY2" fmla="*/ 3337560 h 3337560"/>
              <a:gd name="connsiteX3" fmla="*/ 235570 w 3390251"/>
              <a:gd name="connsiteY3" fmla="*/ 3337560 h 3337560"/>
              <a:gd name="connsiteX4" fmla="*/ 229220 w 3390251"/>
              <a:gd name="connsiteY4" fmla="*/ 2101850 h 3337560"/>
              <a:gd name="connsiteX5" fmla="*/ 229220 w 3390251"/>
              <a:gd name="connsiteY5" fmla="*/ 1974850 h 3337560"/>
              <a:gd name="connsiteX6" fmla="*/ 235570 w 3390251"/>
              <a:gd name="connsiteY6" fmla="*/ 0 h 3337560"/>
              <a:gd name="connsiteX0" fmla="*/ 7144 w 3161825"/>
              <a:gd name="connsiteY0" fmla="*/ 0 h 3337560"/>
              <a:gd name="connsiteX1" fmla="*/ 3161825 w 3161825"/>
              <a:gd name="connsiteY1" fmla="*/ 0 h 3337560"/>
              <a:gd name="connsiteX2" fmla="*/ 3161825 w 3161825"/>
              <a:gd name="connsiteY2" fmla="*/ 3337560 h 3337560"/>
              <a:gd name="connsiteX3" fmla="*/ 7144 w 3161825"/>
              <a:gd name="connsiteY3" fmla="*/ 3337560 h 3337560"/>
              <a:gd name="connsiteX4" fmla="*/ 794 w 3161825"/>
              <a:gd name="connsiteY4" fmla="*/ 2101850 h 3337560"/>
              <a:gd name="connsiteX5" fmla="*/ 794 w 3161825"/>
              <a:gd name="connsiteY5" fmla="*/ 1974850 h 3337560"/>
              <a:gd name="connsiteX6" fmla="*/ 7144 w 3161825"/>
              <a:gd name="connsiteY6" fmla="*/ 0 h 333756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889794 w 3161825"/>
              <a:gd name="connsiteY3" fmla="*/ 3340100 h 3340100"/>
              <a:gd name="connsiteX4" fmla="*/ 7144 w 3161825"/>
              <a:gd name="connsiteY4" fmla="*/ 3337560 h 3340100"/>
              <a:gd name="connsiteX5" fmla="*/ 794 w 3161825"/>
              <a:gd name="connsiteY5" fmla="*/ 2101850 h 3340100"/>
              <a:gd name="connsiteX6" fmla="*/ 794 w 3161825"/>
              <a:gd name="connsiteY6" fmla="*/ 1974850 h 3340100"/>
              <a:gd name="connsiteX7" fmla="*/ 7144 w 3161825"/>
              <a:gd name="connsiteY7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7144 w 3161825"/>
              <a:gd name="connsiteY5" fmla="*/ 3337560 h 3340100"/>
              <a:gd name="connsiteX6" fmla="*/ 794 w 3161825"/>
              <a:gd name="connsiteY6" fmla="*/ 2101850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67294 w 3221975"/>
              <a:gd name="connsiteY0" fmla="*/ 0 h 3429850"/>
              <a:gd name="connsiteX1" fmla="*/ 3221975 w 3221975"/>
              <a:gd name="connsiteY1" fmla="*/ 0 h 3429850"/>
              <a:gd name="connsiteX2" fmla="*/ 3221975 w 3221975"/>
              <a:gd name="connsiteY2" fmla="*/ 3337560 h 3429850"/>
              <a:gd name="connsiteX3" fmla="*/ 1083294 w 3221975"/>
              <a:gd name="connsiteY3" fmla="*/ 3340100 h 3429850"/>
              <a:gd name="connsiteX4" fmla="*/ 949944 w 3221975"/>
              <a:gd name="connsiteY4" fmla="*/ 3340100 h 3429850"/>
              <a:gd name="connsiteX5" fmla="*/ 67294 w 3221975"/>
              <a:gd name="connsiteY5" fmla="*/ 3337560 h 3429850"/>
              <a:gd name="connsiteX6" fmla="*/ 60944 w 3221975"/>
              <a:gd name="connsiteY6" fmla="*/ 2101850 h 3429850"/>
              <a:gd name="connsiteX7" fmla="*/ 60944 w 3221975"/>
              <a:gd name="connsiteY7" fmla="*/ 1974850 h 3429850"/>
              <a:gd name="connsiteX8" fmla="*/ 67294 w 3221975"/>
              <a:gd name="connsiteY8" fmla="*/ 0 h 342985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134144 w 3161825"/>
              <a:gd name="connsiteY5" fmla="*/ 3032760 h 3340100"/>
              <a:gd name="connsiteX6" fmla="*/ 794 w 3161825"/>
              <a:gd name="connsiteY6" fmla="*/ 2101850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134144 w 3161825"/>
              <a:gd name="connsiteY5" fmla="*/ 3032760 h 3340100"/>
              <a:gd name="connsiteX6" fmla="*/ 794 w 3161825"/>
              <a:gd name="connsiteY6" fmla="*/ 2490395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134144 w 3161825"/>
              <a:gd name="connsiteY5" fmla="*/ 3032760 h 3340100"/>
              <a:gd name="connsiteX6" fmla="*/ 794 w 3161825"/>
              <a:gd name="connsiteY6" fmla="*/ 2490395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216890 w 3161825"/>
              <a:gd name="connsiteY5" fmla="*/ 3133494 h 3340100"/>
              <a:gd name="connsiteX6" fmla="*/ 794 w 3161825"/>
              <a:gd name="connsiteY6" fmla="*/ 2490395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889794 w 3161825"/>
              <a:gd name="connsiteY4" fmla="*/ 3340100 h 3340100"/>
              <a:gd name="connsiteX5" fmla="*/ 216890 w 3161825"/>
              <a:gd name="connsiteY5" fmla="*/ 3133494 h 3340100"/>
              <a:gd name="connsiteX6" fmla="*/ 794 w 3161825"/>
              <a:gd name="connsiteY6" fmla="*/ 2490395 h 3340100"/>
              <a:gd name="connsiteX7" fmla="*/ 794 w 3161825"/>
              <a:gd name="connsiteY7" fmla="*/ 1974850 h 3340100"/>
              <a:gd name="connsiteX8" fmla="*/ 7144 w 3161825"/>
              <a:gd name="connsiteY8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216890 w 3161825"/>
              <a:gd name="connsiteY4" fmla="*/ 3133494 h 3340100"/>
              <a:gd name="connsiteX5" fmla="*/ 794 w 3161825"/>
              <a:gd name="connsiteY5" fmla="*/ 2490395 h 3340100"/>
              <a:gd name="connsiteX6" fmla="*/ 794 w 3161825"/>
              <a:gd name="connsiteY6" fmla="*/ 1974850 h 3340100"/>
              <a:gd name="connsiteX7" fmla="*/ 7144 w 3161825"/>
              <a:gd name="connsiteY7" fmla="*/ 0 h 3340100"/>
              <a:gd name="connsiteX0" fmla="*/ 7144 w 3161825"/>
              <a:gd name="connsiteY0" fmla="*/ 0 h 3340100"/>
              <a:gd name="connsiteX1" fmla="*/ 3161825 w 3161825"/>
              <a:gd name="connsiteY1" fmla="*/ 0 h 3340100"/>
              <a:gd name="connsiteX2" fmla="*/ 3161825 w 3161825"/>
              <a:gd name="connsiteY2" fmla="*/ 3337560 h 3340100"/>
              <a:gd name="connsiteX3" fmla="*/ 1023144 w 3161825"/>
              <a:gd name="connsiteY3" fmla="*/ 3340100 h 3340100"/>
              <a:gd name="connsiteX4" fmla="*/ 216890 w 3161825"/>
              <a:gd name="connsiteY4" fmla="*/ 3133494 h 3340100"/>
              <a:gd name="connsiteX5" fmla="*/ 794 w 3161825"/>
              <a:gd name="connsiteY5" fmla="*/ 2490395 h 3340100"/>
              <a:gd name="connsiteX6" fmla="*/ 794 w 3161825"/>
              <a:gd name="connsiteY6" fmla="*/ 1974850 h 3340100"/>
              <a:gd name="connsiteX7" fmla="*/ 7144 w 3161825"/>
              <a:gd name="connsiteY7" fmla="*/ 0 h 3340100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216096 w 3161031"/>
              <a:gd name="connsiteY4" fmla="*/ 3133494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44144 w 3161031"/>
              <a:gd name="connsiteY4" fmla="*/ 3122702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44144 w 3161031"/>
              <a:gd name="connsiteY4" fmla="*/ 3122702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10800 w 3165481"/>
              <a:gd name="connsiteY0" fmla="*/ 0 h 3358187"/>
              <a:gd name="connsiteX1" fmla="*/ 3165481 w 3165481"/>
              <a:gd name="connsiteY1" fmla="*/ 0 h 3358187"/>
              <a:gd name="connsiteX2" fmla="*/ 3165481 w 3165481"/>
              <a:gd name="connsiteY2" fmla="*/ 3337560 h 3358187"/>
              <a:gd name="connsiteX3" fmla="*/ 1026800 w 3165481"/>
              <a:gd name="connsiteY3" fmla="*/ 3340100 h 3358187"/>
              <a:gd name="connsiteX4" fmla="*/ 148594 w 3165481"/>
              <a:gd name="connsiteY4" fmla="*/ 3122702 h 3358187"/>
              <a:gd name="connsiteX5" fmla="*/ 4450 w 3165481"/>
              <a:gd name="connsiteY5" fmla="*/ 1974850 h 3358187"/>
              <a:gd name="connsiteX6" fmla="*/ 10800 w 3165481"/>
              <a:gd name="connsiteY6" fmla="*/ 0 h 3358187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58534 w 3161031"/>
              <a:gd name="connsiteY4" fmla="*/ 3065140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72925 w 3161031"/>
              <a:gd name="connsiteY4" fmla="*/ 3072335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9129 w 3163810"/>
              <a:gd name="connsiteY0" fmla="*/ 0 h 3340100"/>
              <a:gd name="connsiteX1" fmla="*/ 3163810 w 3163810"/>
              <a:gd name="connsiteY1" fmla="*/ 0 h 3340100"/>
              <a:gd name="connsiteX2" fmla="*/ 3163810 w 3163810"/>
              <a:gd name="connsiteY2" fmla="*/ 3337560 h 3340100"/>
              <a:gd name="connsiteX3" fmla="*/ 1025129 w 3163810"/>
              <a:gd name="connsiteY3" fmla="*/ 3340100 h 3340100"/>
              <a:gd name="connsiteX4" fmla="*/ 175704 w 3163810"/>
              <a:gd name="connsiteY4" fmla="*/ 3072335 h 3340100"/>
              <a:gd name="connsiteX5" fmla="*/ 2779 w 3163810"/>
              <a:gd name="connsiteY5" fmla="*/ 1974850 h 3340100"/>
              <a:gd name="connsiteX6" fmla="*/ 9129 w 3163810"/>
              <a:gd name="connsiteY6" fmla="*/ 0 h 3340100"/>
              <a:gd name="connsiteX0" fmla="*/ 7614 w 3162295"/>
              <a:gd name="connsiteY0" fmla="*/ 0 h 3346738"/>
              <a:gd name="connsiteX1" fmla="*/ 3162295 w 3162295"/>
              <a:gd name="connsiteY1" fmla="*/ 0 h 3346738"/>
              <a:gd name="connsiteX2" fmla="*/ 3162295 w 3162295"/>
              <a:gd name="connsiteY2" fmla="*/ 3337560 h 3346738"/>
              <a:gd name="connsiteX3" fmla="*/ 1023614 w 3162295"/>
              <a:gd name="connsiteY3" fmla="*/ 3340100 h 3346738"/>
              <a:gd name="connsiteX4" fmla="*/ 177787 w 3162295"/>
              <a:gd name="connsiteY4" fmla="*/ 3104714 h 3346738"/>
              <a:gd name="connsiteX5" fmla="*/ 1264 w 3162295"/>
              <a:gd name="connsiteY5" fmla="*/ 1974850 h 3346738"/>
              <a:gd name="connsiteX6" fmla="*/ 7614 w 3162295"/>
              <a:gd name="connsiteY6" fmla="*/ 0 h 3346738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76523 w 3161031"/>
              <a:gd name="connsiteY4" fmla="*/ 3104714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6350 w 3161031"/>
              <a:gd name="connsiteY0" fmla="*/ 0 h 3340100"/>
              <a:gd name="connsiteX1" fmla="*/ 3161031 w 3161031"/>
              <a:gd name="connsiteY1" fmla="*/ 0 h 3340100"/>
              <a:gd name="connsiteX2" fmla="*/ 3161031 w 3161031"/>
              <a:gd name="connsiteY2" fmla="*/ 3337560 h 3340100"/>
              <a:gd name="connsiteX3" fmla="*/ 1022350 w 3161031"/>
              <a:gd name="connsiteY3" fmla="*/ 3340100 h 3340100"/>
              <a:gd name="connsiteX4" fmla="*/ 165730 w 3161031"/>
              <a:gd name="connsiteY4" fmla="*/ 3115507 h 3340100"/>
              <a:gd name="connsiteX5" fmla="*/ 0 w 3161031"/>
              <a:gd name="connsiteY5" fmla="*/ 1974850 h 3340100"/>
              <a:gd name="connsiteX6" fmla="*/ 6350 w 3161031"/>
              <a:gd name="connsiteY6" fmla="*/ 0 h 3340100"/>
              <a:gd name="connsiteX0" fmla="*/ 12259 w 3166940"/>
              <a:gd name="connsiteY0" fmla="*/ 0 h 3340100"/>
              <a:gd name="connsiteX1" fmla="*/ 3166940 w 3166940"/>
              <a:gd name="connsiteY1" fmla="*/ 0 h 3340100"/>
              <a:gd name="connsiteX2" fmla="*/ 3166940 w 3166940"/>
              <a:gd name="connsiteY2" fmla="*/ 3337560 h 3340100"/>
              <a:gd name="connsiteX3" fmla="*/ 1028259 w 3166940"/>
              <a:gd name="connsiteY3" fmla="*/ 3340100 h 3340100"/>
              <a:gd name="connsiteX4" fmla="*/ 171639 w 3166940"/>
              <a:gd name="connsiteY4" fmla="*/ 3115507 h 3340100"/>
              <a:gd name="connsiteX5" fmla="*/ 5909 w 3166940"/>
              <a:gd name="connsiteY5" fmla="*/ 1974850 h 3340100"/>
              <a:gd name="connsiteX6" fmla="*/ 12259 w 3166940"/>
              <a:gd name="connsiteY6" fmla="*/ 0 h 3340100"/>
              <a:gd name="connsiteX0" fmla="*/ 12259 w 3166940"/>
              <a:gd name="connsiteY0" fmla="*/ 0 h 3340100"/>
              <a:gd name="connsiteX1" fmla="*/ 3166940 w 3166940"/>
              <a:gd name="connsiteY1" fmla="*/ 0 h 3340100"/>
              <a:gd name="connsiteX2" fmla="*/ 3166940 w 3166940"/>
              <a:gd name="connsiteY2" fmla="*/ 3337560 h 3340100"/>
              <a:gd name="connsiteX3" fmla="*/ 1028259 w 3166940"/>
              <a:gd name="connsiteY3" fmla="*/ 3340100 h 3340100"/>
              <a:gd name="connsiteX4" fmla="*/ 171639 w 3166940"/>
              <a:gd name="connsiteY4" fmla="*/ 3115507 h 3340100"/>
              <a:gd name="connsiteX5" fmla="*/ 5909 w 3166940"/>
              <a:gd name="connsiteY5" fmla="*/ 1974850 h 3340100"/>
              <a:gd name="connsiteX6" fmla="*/ 12259 w 3166940"/>
              <a:gd name="connsiteY6" fmla="*/ 0 h 3340100"/>
              <a:gd name="connsiteX0" fmla="*/ 11103 w 3165784"/>
              <a:gd name="connsiteY0" fmla="*/ 0 h 3340100"/>
              <a:gd name="connsiteX1" fmla="*/ 3165784 w 3165784"/>
              <a:gd name="connsiteY1" fmla="*/ 0 h 3340100"/>
              <a:gd name="connsiteX2" fmla="*/ 3165784 w 3165784"/>
              <a:gd name="connsiteY2" fmla="*/ 3337560 h 3340100"/>
              <a:gd name="connsiteX3" fmla="*/ 1027103 w 3165784"/>
              <a:gd name="connsiteY3" fmla="*/ 3340100 h 3340100"/>
              <a:gd name="connsiteX4" fmla="*/ 188472 w 3165784"/>
              <a:gd name="connsiteY4" fmla="*/ 3119104 h 3340100"/>
              <a:gd name="connsiteX5" fmla="*/ 4753 w 3165784"/>
              <a:gd name="connsiteY5" fmla="*/ 1974850 h 3340100"/>
              <a:gd name="connsiteX6" fmla="*/ 11103 w 3165784"/>
              <a:gd name="connsiteY6" fmla="*/ 0 h 3340100"/>
              <a:gd name="connsiteX0" fmla="*/ 10295 w 3164976"/>
              <a:gd name="connsiteY0" fmla="*/ 0 h 3340100"/>
              <a:gd name="connsiteX1" fmla="*/ 3164976 w 3164976"/>
              <a:gd name="connsiteY1" fmla="*/ 0 h 3340100"/>
              <a:gd name="connsiteX2" fmla="*/ 3164976 w 3164976"/>
              <a:gd name="connsiteY2" fmla="*/ 3337560 h 3340100"/>
              <a:gd name="connsiteX3" fmla="*/ 1026295 w 3164976"/>
              <a:gd name="connsiteY3" fmla="*/ 3340100 h 3340100"/>
              <a:gd name="connsiteX4" fmla="*/ 205652 w 3164976"/>
              <a:gd name="connsiteY4" fmla="*/ 3147886 h 3340100"/>
              <a:gd name="connsiteX5" fmla="*/ 3945 w 3164976"/>
              <a:gd name="connsiteY5" fmla="*/ 1974850 h 3340100"/>
              <a:gd name="connsiteX6" fmla="*/ 10295 w 3164976"/>
              <a:gd name="connsiteY6" fmla="*/ 0 h 3340100"/>
              <a:gd name="connsiteX0" fmla="*/ 10722 w 3165403"/>
              <a:gd name="connsiteY0" fmla="*/ 0 h 3340100"/>
              <a:gd name="connsiteX1" fmla="*/ 3165403 w 3165403"/>
              <a:gd name="connsiteY1" fmla="*/ 0 h 3340100"/>
              <a:gd name="connsiteX2" fmla="*/ 3165403 w 3165403"/>
              <a:gd name="connsiteY2" fmla="*/ 3337560 h 3340100"/>
              <a:gd name="connsiteX3" fmla="*/ 1026722 w 3165403"/>
              <a:gd name="connsiteY3" fmla="*/ 3340100 h 3340100"/>
              <a:gd name="connsiteX4" fmla="*/ 206079 w 3165403"/>
              <a:gd name="connsiteY4" fmla="*/ 3147886 h 3340100"/>
              <a:gd name="connsiteX5" fmla="*/ 4372 w 3165403"/>
              <a:gd name="connsiteY5" fmla="*/ 1974850 h 3340100"/>
              <a:gd name="connsiteX6" fmla="*/ 10722 w 3165403"/>
              <a:gd name="connsiteY6" fmla="*/ 0 h 3340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65403" h="3340100">
                <a:moveTo>
                  <a:pt x="10722" y="0"/>
                </a:moveTo>
                <a:lnTo>
                  <a:pt x="3165403" y="0"/>
                </a:lnTo>
                <a:lnTo>
                  <a:pt x="3165403" y="3337560"/>
                </a:lnTo>
                <a:lnTo>
                  <a:pt x="1026722" y="3340100"/>
                </a:lnTo>
                <a:cubicBezTo>
                  <a:pt x="485533" y="3331273"/>
                  <a:pt x="365680" y="3321463"/>
                  <a:pt x="206079" y="3147886"/>
                </a:cubicBezTo>
                <a:cubicBezTo>
                  <a:pt x="46478" y="2974309"/>
                  <a:pt x="-18232" y="2828082"/>
                  <a:pt x="4372" y="1974850"/>
                </a:cubicBezTo>
                <a:cubicBezTo>
                  <a:pt x="6489" y="1316567"/>
                  <a:pt x="8605" y="658283"/>
                  <a:pt x="10722" y="0"/>
                </a:cubicBezTo>
                <a:close/>
              </a:path>
            </a:pathLst>
          </a:custGeom>
          <a:gradFill>
            <a:gsLst>
              <a:gs pos="0">
                <a:srgbClr val="055EBC"/>
              </a:gs>
              <a:gs pos="22000">
                <a:srgbClr val="054F8E"/>
              </a:gs>
              <a:gs pos="57000">
                <a:srgbClr val="054777"/>
              </a:gs>
              <a:gs pos="100000">
                <a:srgbClr val="043F5F"/>
              </a:gs>
            </a:gsLst>
            <a:lin ang="14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93C736-2CD1-5948-90B2-BBB2002A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6862" y="2064772"/>
            <a:ext cx="6295415" cy="1537212"/>
          </a:xfrm>
        </p:spPr>
        <p:txBody>
          <a:bodyPr anchor="b">
            <a:no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EAD310-2386-C745-8695-9A6903AF8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76862" y="3751776"/>
            <a:ext cx="6295414" cy="777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9BE5C7D-7462-A645-A501-8FB15D6875F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2181225" y="2092103"/>
            <a:ext cx="2247899" cy="2673795"/>
          </a:xfrm>
        </p:spPr>
        <p:txBody>
          <a:bodyPr anchor="ctr">
            <a:noAutofit/>
          </a:bodyPr>
          <a:lstStyle>
            <a:lvl1pPr marL="0" indent="0" algn="ctr">
              <a:buNone/>
              <a:defRPr sz="20000" b="1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04D5069-5F58-4A47-B2A0-B5D6AE0F3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1820" y="6313486"/>
            <a:ext cx="618066" cy="365125"/>
          </a:xfrm>
        </p:spPr>
        <p:txBody>
          <a:bodyPr/>
          <a:lstStyle>
            <a:lvl1pPr>
              <a:defRPr sz="1100"/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C73C0D3-B096-4445-83CC-A98DB525B1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pic>
        <p:nvPicPr>
          <p:cNvPr id="18" name="Picture 10">
            <a:extLst>
              <a:ext uri="{FF2B5EF4-FFF2-40B4-BE49-F238E27FC236}">
                <a16:creationId xmlns:a16="http://schemas.microsoft.com/office/drawing/2014/main" id="{6D4D4D77-7D81-5E46-B38A-4240E7F7CA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148047" y="365124"/>
            <a:ext cx="1825012" cy="421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482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 with Gradient Background">
    <p:bg>
      <p:bgPr>
        <a:gradFill>
          <a:gsLst>
            <a:gs pos="0">
              <a:srgbClr val="055EBC"/>
            </a:gs>
            <a:gs pos="27000">
              <a:srgbClr val="054F8E"/>
            </a:gs>
            <a:gs pos="55000">
              <a:srgbClr val="054777"/>
            </a:gs>
            <a:gs pos="100000">
              <a:srgbClr val="043F5F"/>
            </a:gs>
          </a:gsLst>
          <a:lin ang="3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805C7-194F-934C-8173-6E3F32309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59E7D40-210A-7F40-8CEA-E269AF23FE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FCFCF1E-7009-9F43-B6BE-DC9F6993B4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999" y="2963989"/>
            <a:ext cx="9144002" cy="930022"/>
          </a:xfrm>
        </p:spPr>
        <p:txBody>
          <a:bodyPr anchor="ctr">
            <a:no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2A916A-6724-D14B-ADB7-C34700574B39}"/>
              </a:ext>
            </a:extLst>
          </p:cNvPr>
          <p:cNvCxnSpPr>
            <a:cxnSpLocks/>
          </p:cNvCxnSpPr>
          <p:nvPr userDrawn="1"/>
        </p:nvCxnSpPr>
        <p:spPr>
          <a:xfrm>
            <a:off x="4998720" y="4093716"/>
            <a:ext cx="219456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D8D001F1-4E2C-EF40-A75D-D61A63D94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3999" y="4359276"/>
            <a:ext cx="9144002" cy="60236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25" name="Picture 12">
            <a:extLst>
              <a:ext uri="{FF2B5EF4-FFF2-40B4-BE49-F238E27FC236}">
                <a16:creationId xmlns:a16="http://schemas.microsoft.com/office/drawing/2014/main" id="{8F1085E8-E461-BF46-960C-ECBCEA9314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181600" y="1990165"/>
            <a:ext cx="1828800" cy="43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771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Black Backgrou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2805C7-194F-934C-8173-6E3F32309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59E7D40-210A-7F40-8CEA-E269AF23FE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61BC58-685F-8F4C-9334-9610A82243CF}"/>
              </a:ext>
            </a:extLst>
          </p:cNvPr>
          <p:cNvSpPr/>
          <p:nvPr userDrawn="1"/>
        </p:nvSpPr>
        <p:spPr>
          <a:xfrm>
            <a:off x="0" y="0"/>
            <a:ext cx="12192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E28B9D-70FC-E74C-938B-4E340B4C5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99" y="2198687"/>
            <a:ext cx="9144002" cy="18192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01CBF30B-AD2C-BA43-BE0A-3685E39E4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3999" y="4044951"/>
            <a:ext cx="9144002" cy="116787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0" name="Picture 12">
            <a:extLst>
              <a:ext uri="{FF2B5EF4-FFF2-40B4-BE49-F238E27FC236}">
                <a16:creationId xmlns:a16="http://schemas.microsoft.com/office/drawing/2014/main" id="{32B6AB53-A4A4-024F-A9CB-1A98059C42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114164" y="705780"/>
            <a:ext cx="1779863" cy="42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5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0ACA-3355-9444-9CAD-E53A0EDAE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7F332-B48B-9E4E-A47B-6674CB424E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4799" y="1353312"/>
            <a:ext cx="5577840" cy="46862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F09BD-4A72-6541-8E50-8AF8D1FE29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2046" y="1355271"/>
            <a:ext cx="5577840" cy="46862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89E71-C837-5048-801F-90E6075E2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FDEFC0B-EEE6-1649-8072-179B7C0BA5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33B2FDC5-5A7C-3246-921B-776BC0F6E8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991087" y="365125"/>
            <a:ext cx="981972" cy="22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59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0ACA-3355-9444-9CAD-E53A0EDAE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89E71-C837-5048-801F-90E6075E2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FDEFC0B-EEE6-1649-8072-179B7C0BA5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C1B55B2-B65F-F948-B23E-8607C242EC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4800" y="2928658"/>
            <a:ext cx="3617843" cy="335455"/>
          </a:xfrm>
        </p:spPr>
        <p:txBody>
          <a:bodyPr/>
          <a:lstStyle>
            <a:lvl1pPr marL="0" indent="0" algn="ctr">
              <a:buNone/>
              <a:defRPr b="1">
                <a:solidFill>
                  <a:schemeClr val="tx2"/>
                </a:solidFill>
              </a:defRPr>
            </a:lvl1pPr>
            <a:lvl2pPr marL="457200" indent="0" algn="ctr">
              <a:buNone/>
              <a:defRPr b="1"/>
            </a:lvl2pPr>
            <a:lvl3pPr marL="914400" indent="0" algn="ctr">
              <a:buNone/>
              <a:defRPr b="1"/>
            </a:lvl3pPr>
            <a:lvl4pPr marL="1371600" indent="0" algn="ctr">
              <a:buNone/>
              <a:defRPr b="1"/>
            </a:lvl4pPr>
            <a:lvl5pPr marL="1828800" indent="0" algn="ctr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705BB27-D8E6-4E47-8EBA-2C87472FFCF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5472" y="1722783"/>
            <a:ext cx="1256499" cy="948702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610DFFB-3DCF-904B-8CE8-5B8378B5B8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800" y="3391797"/>
            <a:ext cx="3617843" cy="2174115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3D824F13-BB9E-E143-80FE-CCD353AE37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87078" y="2928658"/>
            <a:ext cx="3617843" cy="335455"/>
          </a:xfrm>
        </p:spPr>
        <p:txBody>
          <a:bodyPr/>
          <a:lstStyle>
            <a:lvl1pPr marL="0" indent="0" algn="ctr">
              <a:buNone/>
              <a:defRPr b="1">
                <a:solidFill>
                  <a:schemeClr val="tx2"/>
                </a:solidFill>
              </a:defRPr>
            </a:lvl1pPr>
            <a:lvl2pPr marL="457200" indent="0" algn="ctr">
              <a:buNone/>
              <a:defRPr b="1"/>
            </a:lvl2pPr>
            <a:lvl3pPr marL="914400" indent="0" algn="ctr">
              <a:buNone/>
              <a:defRPr b="1"/>
            </a:lvl3pPr>
            <a:lvl4pPr marL="1371600" indent="0" algn="ctr">
              <a:buNone/>
              <a:defRPr b="1"/>
            </a:lvl4pPr>
            <a:lvl5pPr marL="1828800" indent="0" algn="ctr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E447B4C4-D1E6-AE4E-83D0-2F1622189B0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467750" y="1722783"/>
            <a:ext cx="1256499" cy="948702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CC403538-6B03-D940-A6EE-C59F044590D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87078" y="3391797"/>
            <a:ext cx="3617843" cy="2174115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BBF587F-BE20-4E42-868D-F59554ED3FA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269357" y="2928658"/>
            <a:ext cx="3617843" cy="335455"/>
          </a:xfrm>
        </p:spPr>
        <p:txBody>
          <a:bodyPr/>
          <a:lstStyle>
            <a:lvl1pPr marL="0" indent="0" algn="ctr">
              <a:buNone/>
              <a:defRPr b="1">
                <a:solidFill>
                  <a:schemeClr val="tx2"/>
                </a:solidFill>
              </a:defRPr>
            </a:lvl1pPr>
            <a:lvl2pPr marL="457200" indent="0" algn="ctr">
              <a:buNone/>
              <a:defRPr b="1"/>
            </a:lvl2pPr>
            <a:lvl3pPr marL="914400" indent="0" algn="ctr">
              <a:buNone/>
              <a:defRPr b="1"/>
            </a:lvl3pPr>
            <a:lvl4pPr marL="1371600" indent="0" algn="ctr">
              <a:buNone/>
              <a:defRPr b="1"/>
            </a:lvl4pPr>
            <a:lvl5pPr marL="1828800" indent="0" algn="ctr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948C8A6-7E00-C448-9DF4-61B66546242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50029" y="1722783"/>
            <a:ext cx="1256499" cy="948702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AB07FCD5-8AC4-AA40-BE8C-51DABECEDE2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69357" y="3391797"/>
            <a:ext cx="3617843" cy="2174115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21" name="Picture 10">
            <a:extLst>
              <a:ext uri="{FF2B5EF4-FFF2-40B4-BE49-F238E27FC236}">
                <a16:creationId xmlns:a16="http://schemas.microsoft.com/office/drawing/2014/main" id="{DE33899A-B51C-9641-BF75-93DDF42FCA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991087" y="365125"/>
            <a:ext cx="981972" cy="22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8107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iles with Background Image">
    <p:bg>
      <p:bgPr>
        <a:blipFill dpi="0" rotWithShape="1">
          <a:blip r:embed="rId2">
            <a:lum/>
          </a:blip>
          <a:srcRect/>
          <a:stretch>
            <a:fillRect t="1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A3D92A1-F757-1F40-945C-3365359479B0}"/>
              </a:ext>
            </a:extLst>
          </p:cNvPr>
          <p:cNvSpPr/>
          <p:nvPr userDrawn="1"/>
        </p:nvSpPr>
        <p:spPr>
          <a:xfrm>
            <a:off x="0" y="0"/>
            <a:ext cx="12192000" cy="27829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C20ACA-3355-9444-9CAD-E53A0EDAE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367" y="510899"/>
            <a:ext cx="10473267" cy="52669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89E71-C837-5048-801F-90E6075E2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FDEFC0B-EEE6-1649-8072-179B7C0BA5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A52853-66F4-CD45-AE83-6E8034A1DB16}"/>
              </a:ext>
            </a:extLst>
          </p:cNvPr>
          <p:cNvSpPr/>
          <p:nvPr userDrawn="1"/>
        </p:nvSpPr>
        <p:spPr>
          <a:xfrm>
            <a:off x="4436165" y="1856064"/>
            <a:ext cx="3319671" cy="92689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AB181-AAE7-D843-89B3-3422D364666B}"/>
              </a:ext>
            </a:extLst>
          </p:cNvPr>
          <p:cNvSpPr/>
          <p:nvPr userDrawn="1"/>
        </p:nvSpPr>
        <p:spPr>
          <a:xfrm>
            <a:off x="4429538" y="2782957"/>
            <a:ext cx="3319671" cy="27829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610DFFB-3DCF-904B-8CE8-5B8378B5B8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46543" y="3026066"/>
            <a:ext cx="2898914" cy="1967841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C1B55B2-B65F-F948-B23E-8607C242EC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46543" y="2074136"/>
            <a:ext cx="2898914" cy="527472"/>
          </a:xfrm>
        </p:spPr>
        <p:txBody>
          <a:bodyPr anchor="ctr">
            <a:noAutofit/>
          </a:bodyPr>
          <a:lstStyle>
            <a:lvl1pPr marL="0" indent="0" algn="ctr">
              <a:buNone/>
              <a:defRPr sz="4400" b="1">
                <a:solidFill>
                  <a:schemeClr val="tx2"/>
                </a:solidFill>
              </a:defRPr>
            </a:lvl1pPr>
            <a:lvl2pPr marL="457200" indent="0" algn="ctr">
              <a:buNone/>
              <a:defRPr b="1"/>
            </a:lvl2pPr>
            <a:lvl3pPr marL="914400" indent="0" algn="ctr">
              <a:buNone/>
              <a:defRPr b="1"/>
            </a:lvl3pPr>
            <a:lvl4pPr marL="1371600" indent="0" algn="ctr">
              <a:buNone/>
              <a:defRPr b="1"/>
            </a:lvl4pPr>
            <a:lvl5pPr marL="1828800" indent="0" algn="ctr">
              <a:buNone/>
              <a:defRPr b="1"/>
            </a:lvl5pPr>
          </a:lstStyle>
          <a:p>
            <a:pPr lvl="0"/>
            <a:r>
              <a:rPr lang="en-US"/>
              <a:t>75,000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54C2932-4AB1-0D4F-AE70-7375CA7D05E8}"/>
              </a:ext>
            </a:extLst>
          </p:cNvPr>
          <p:cNvSpPr/>
          <p:nvPr userDrawn="1"/>
        </p:nvSpPr>
        <p:spPr>
          <a:xfrm>
            <a:off x="8181559" y="2199038"/>
            <a:ext cx="3319671" cy="92689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F0CA358-0E10-3043-A9CE-C5697B9017EE}"/>
              </a:ext>
            </a:extLst>
          </p:cNvPr>
          <p:cNvSpPr/>
          <p:nvPr userDrawn="1"/>
        </p:nvSpPr>
        <p:spPr>
          <a:xfrm>
            <a:off x="8181559" y="3125932"/>
            <a:ext cx="3319671" cy="21484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 Placeholder 13">
            <a:extLst>
              <a:ext uri="{FF2B5EF4-FFF2-40B4-BE49-F238E27FC236}">
                <a16:creationId xmlns:a16="http://schemas.microsoft.com/office/drawing/2014/main" id="{6BAA848F-BCA6-D040-920E-AAE6273E49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91937" y="3369040"/>
            <a:ext cx="2898914" cy="16248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FF001CA0-D709-0B46-8604-EE650BEF93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91937" y="2417110"/>
            <a:ext cx="2898914" cy="527472"/>
          </a:xfrm>
        </p:spPr>
        <p:txBody>
          <a:bodyPr anchor="ctr">
            <a:noAutofit/>
          </a:bodyPr>
          <a:lstStyle>
            <a:lvl1pPr marL="0" indent="0" algn="ctr">
              <a:buNone/>
              <a:defRPr sz="4400" b="1">
                <a:solidFill>
                  <a:schemeClr val="tx2"/>
                </a:solidFill>
              </a:defRPr>
            </a:lvl1pPr>
            <a:lvl2pPr marL="457200" indent="0" algn="ctr">
              <a:buNone/>
              <a:defRPr b="1"/>
            </a:lvl2pPr>
            <a:lvl3pPr marL="914400" indent="0" algn="ctr">
              <a:buNone/>
              <a:defRPr b="1"/>
            </a:lvl3pPr>
            <a:lvl4pPr marL="1371600" indent="0" algn="ctr">
              <a:buNone/>
              <a:defRPr b="1"/>
            </a:lvl4pPr>
            <a:lvl5pPr marL="1828800" indent="0" algn="ctr">
              <a:buNone/>
              <a:defRPr b="1"/>
            </a:lvl5pPr>
          </a:lstStyle>
          <a:p>
            <a:pPr lvl="0"/>
            <a:r>
              <a:rPr lang="en-US"/>
              <a:t>75,000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A802A0C-5DAD-0E43-BFF3-54B02E8A9148}"/>
              </a:ext>
            </a:extLst>
          </p:cNvPr>
          <p:cNvSpPr/>
          <p:nvPr userDrawn="1"/>
        </p:nvSpPr>
        <p:spPr>
          <a:xfrm>
            <a:off x="684144" y="2199039"/>
            <a:ext cx="3319671" cy="92689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A201634-F5EB-0F4E-8DD3-A49DBFF0FD12}"/>
              </a:ext>
            </a:extLst>
          </p:cNvPr>
          <p:cNvSpPr/>
          <p:nvPr userDrawn="1"/>
        </p:nvSpPr>
        <p:spPr>
          <a:xfrm>
            <a:off x="684144" y="3125933"/>
            <a:ext cx="3319671" cy="21484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 Placeholder 13">
            <a:extLst>
              <a:ext uri="{FF2B5EF4-FFF2-40B4-BE49-F238E27FC236}">
                <a16:creationId xmlns:a16="http://schemas.microsoft.com/office/drawing/2014/main" id="{484DBF27-6978-6146-9061-66CB113F574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94522" y="3369041"/>
            <a:ext cx="2898914" cy="16248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71BC668F-55AF-564A-B890-6FF2342D859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4522" y="2417111"/>
            <a:ext cx="2898914" cy="527472"/>
          </a:xfrm>
        </p:spPr>
        <p:txBody>
          <a:bodyPr anchor="ctr">
            <a:noAutofit/>
          </a:bodyPr>
          <a:lstStyle>
            <a:lvl1pPr marL="0" indent="0" algn="ctr">
              <a:buNone/>
              <a:defRPr sz="4400" b="1">
                <a:solidFill>
                  <a:schemeClr val="tx2"/>
                </a:solidFill>
              </a:defRPr>
            </a:lvl1pPr>
            <a:lvl2pPr marL="457200" indent="0" algn="ctr">
              <a:buNone/>
              <a:defRPr b="1"/>
            </a:lvl2pPr>
            <a:lvl3pPr marL="914400" indent="0" algn="ctr">
              <a:buNone/>
              <a:defRPr b="1"/>
            </a:lvl3pPr>
            <a:lvl4pPr marL="1371600" indent="0" algn="ctr">
              <a:buNone/>
              <a:defRPr b="1"/>
            </a:lvl4pPr>
            <a:lvl5pPr marL="1828800" indent="0" algn="ctr">
              <a:buNone/>
              <a:defRPr b="1"/>
            </a:lvl5pPr>
          </a:lstStyle>
          <a:p>
            <a:pPr lvl="0"/>
            <a:r>
              <a:rPr lang="en-US"/>
              <a:t>75,000</a:t>
            </a:r>
          </a:p>
        </p:txBody>
      </p:sp>
    </p:spTree>
    <p:extLst>
      <p:ext uri="{BB962C8B-B14F-4D97-AF65-F5344CB8AC3E}">
        <p14:creationId xmlns:p14="http://schemas.microsoft.com/office/powerpoint/2010/main" val="40643206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E9F94-EB34-124C-B4FC-1F9BB55F59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799" y="1353311"/>
            <a:ext cx="5577839" cy="640080"/>
          </a:xfrm>
          <a:solidFill>
            <a:schemeClr val="tx2"/>
          </a:solidFill>
          <a:ln>
            <a:noFill/>
          </a:ln>
        </p:spPr>
        <p:txBody>
          <a:bodyPr lIns="182880" anchor="ctr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C17AD7-AE32-0646-8D91-70F57BD7E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52045" y="1353311"/>
            <a:ext cx="5577839" cy="640080"/>
          </a:xfrm>
          <a:solidFill>
            <a:schemeClr val="tx2"/>
          </a:solidFill>
          <a:ln>
            <a:noFill/>
          </a:ln>
        </p:spPr>
        <p:txBody>
          <a:bodyPr lIns="182880" anchor="ctr">
            <a:normAutofit/>
          </a:bodyPr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61F37E-2494-0A44-AF75-B9B13BB59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7F3EBD7-BF99-F649-8F2D-D26376B5D223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228989F-432E-6D4E-B376-90B6391CA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799" y="365125"/>
            <a:ext cx="10473267" cy="52669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15C8035-4F07-8544-94AD-07E339164BB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304799" y="2188029"/>
            <a:ext cx="5577840" cy="38515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B67F73B5-7ADD-0847-8FEC-8701DD3688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2046" y="2189988"/>
            <a:ext cx="5577840" cy="38515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5" name="Picture 10">
            <a:extLst>
              <a:ext uri="{FF2B5EF4-FFF2-40B4-BE49-F238E27FC236}">
                <a16:creationId xmlns:a16="http://schemas.microsoft.com/office/drawing/2014/main" id="{1776D738-DE8A-A040-AF85-638FBA418EC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991087" y="365125"/>
            <a:ext cx="981972" cy="22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7294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CD49566-D9FF-994F-87B4-A097D90C3717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6F603-93F2-164A-A93A-184444540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6945" y="1039091"/>
            <a:ext cx="5500256" cy="4821959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A7105-E174-6441-974F-C4518C5B8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E52F0CA-2BE0-6342-B2B7-684EB8D865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431CE1-0E4F-6348-8C67-AED4B0A0E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799" y="457201"/>
            <a:ext cx="5375565" cy="1155702"/>
          </a:xfrm>
        </p:spPr>
        <p:txBody>
          <a:bodyPr anchor="t"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69098C74-C8FA-9E4C-BDE2-DF6B46579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4799" y="2057400"/>
            <a:ext cx="5375565" cy="3811588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9" name="Picture 12">
            <a:extLst>
              <a:ext uri="{FF2B5EF4-FFF2-40B4-BE49-F238E27FC236}">
                <a16:creationId xmlns:a16="http://schemas.microsoft.com/office/drawing/2014/main" id="{C84B7BC6-DC0B-0643-831C-623EF29A7AD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991088" y="369646"/>
            <a:ext cx="967317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067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EA66A-71E2-CB43-B14B-44F11DE44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19BAFF-3F91-DB46-830E-639D3C31A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A04011A-1B4D-2342-9C92-48FAD63CC6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pic>
        <p:nvPicPr>
          <p:cNvPr id="9" name="Picture 10">
            <a:extLst>
              <a:ext uri="{FF2B5EF4-FFF2-40B4-BE49-F238E27FC236}">
                <a16:creationId xmlns:a16="http://schemas.microsoft.com/office/drawing/2014/main" id="{8D98C133-3B17-014D-A2E8-DDD808FBCF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991087" y="365125"/>
            <a:ext cx="981972" cy="22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0475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6F25E-D9D7-D146-8B63-053D0905C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D3031-22D0-ED49-B781-E028261CEB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</p:spTree>
    <p:extLst>
      <p:ext uri="{BB962C8B-B14F-4D97-AF65-F5344CB8AC3E}">
        <p14:creationId xmlns:p14="http://schemas.microsoft.com/office/powerpoint/2010/main" val="28120079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3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CD49566-D9FF-994F-87B4-A097D90C3717}"/>
              </a:ext>
            </a:extLst>
          </p:cNvPr>
          <p:cNvSpPr/>
          <p:nvPr userDrawn="1"/>
        </p:nvSpPr>
        <p:spPr>
          <a:xfrm flipH="1">
            <a:off x="7924800" y="0"/>
            <a:ext cx="4270248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A7105-E174-6441-974F-C4518C5B8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E52F0CA-2BE0-6342-B2B7-684EB8D865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431CE1-0E4F-6348-8C67-AED4B0A0E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6591" y="457201"/>
            <a:ext cx="3753296" cy="1155702"/>
          </a:xfrm>
        </p:spPr>
        <p:txBody>
          <a:bodyPr anchor="t"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69098C74-C8FA-9E4C-BDE2-DF6B46579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176591" y="2057400"/>
            <a:ext cx="3753296" cy="3811588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2154330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CD49566-D9FF-994F-87B4-A097D90C3717}"/>
              </a:ext>
            </a:extLst>
          </p:cNvPr>
          <p:cNvSpPr/>
          <p:nvPr userDrawn="1"/>
        </p:nvSpPr>
        <p:spPr>
          <a:xfrm flipH="1">
            <a:off x="-1" y="0"/>
            <a:ext cx="405809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A7105-E174-6441-974F-C4518C5B8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E52F0CA-2BE0-6342-B2B7-684EB8D865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A431CE1-0E4F-6348-8C67-AED4B0A0E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799" y="457201"/>
            <a:ext cx="3379305" cy="1155702"/>
          </a:xfrm>
        </p:spPr>
        <p:txBody>
          <a:bodyPr anchor="t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69098C74-C8FA-9E4C-BDE2-DF6B46579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4799" y="2057400"/>
            <a:ext cx="3379305" cy="3811588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2CCD83-313F-4545-BF85-C03B0ADD3E8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72943" y="457202"/>
            <a:ext cx="1155702" cy="1155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2FFC0-1C58-4C45-8B08-95E5FD828C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84631" y="812180"/>
            <a:ext cx="2293179" cy="80072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8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Insert Title</a:t>
            </a:r>
          </a:p>
          <a:p>
            <a:pPr lvl="0"/>
            <a:r>
              <a:rPr lang="en-US"/>
              <a:t>(555) 555-5555</a:t>
            </a:r>
          </a:p>
          <a:p>
            <a:pPr lvl="0"/>
            <a:r>
              <a:rPr lang="en-US" err="1"/>
              <a:t>Firstname.lastname@epicbrokers.com</a:t>
            </a:r>
            <a:endParaRPr lang="en-US"/>
          </a:p>
          <a:p>
            <a:pPr lvl="0"/>
            <a:r>
              <a:rPr lang="en-US"/>
              <a:t>Optional Role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EDA3AEC7-69CE-9042-AC5F-664AA765D6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84631" y="457201"/>
            <a:ext cx="2293179" cy="337929"/>
          </a:xfrm>
        </p:spPr>
        <p:txBody>
          <a:bodyPr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7DC6D670-6205-F349-9E32-9E7783CE84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282334" y="457201"/>
            <a:ext cx="1155702" cy="1155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6C4D3B50-27A0-E54F-AF93-B666F707A8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94022" y="812179"/>
            <a:ext cx="2293179" cy="80072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8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Insert Title</a:t>
            </a:r>
          </a:p>
          <a:p>
            <a:pPr lvl="0"/>
            <a:r>
              <a:rPr lang="en-US"/>
              <a:t>(555) 555-5555</a:t>
            </a:r>
          </a:p>
          <a:p>
            <a:pPr lvl="0"/>
            <a:r>
              <a:rPr lang="en-US" err="1"/>
              <a:t>Firstname.lastname@epicbrokers.com</a:t>
            </a:r>
            <a:endParaRPr lang="en-US"/>
          </a:p>
          <a:p>
            <a:pPr lvl="0"/>
            <a:r>
              <a:rPr lang="en-US"/>
              <a:t>Optional Role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D4ACB152-C6DE-DB4A-A026-B1554E22B3C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594022" y="457200"/>
            <a:ext cx="2293179" cy="337929"/>
          </a:xfrm>
        </p:spPr>
        <p:txBody>
          <a:bodyPr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1" name="Picture Placeholder 2">
            <a:extLst>
              <a:ext uri="{FF2B5EF4-FFF2-40B4-BE49-F238E27FC236}">
                <a16:creationId xmlns:a16="http://schemas.microsoft.com/office/drawing/2014/main" id="{2B1BFC49-C285-8A4E-BEDA-06053AF3BE2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372943" y="1873763"/>
            <a:ext cx="1155702" cy="1155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1821DFF-0FEC-5E4E-AA8E-91430FD9FCC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84631" y="2228741"/>
            <a:ext cx="2293179" cy="80072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8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Insert Title</a:t>
            </a:r>
          </a:p>
          <a:p>
            <a:pPr lvl="0"/>
            <a:r>
              <a:rPr lang="en-US"/>
              <a:t>(555) 555-5555</a:t>
            </a:r>
          </a:p>
          <a:p>
            <a:pPr lvl="0"/>
            <a:r>
              <a:rPr lang="en-US" err="1"/>
              <a:t>Firstname.lastname@epicbrokers.com</a:t>
            </a:r>
            <a:endParaRPr lang="en-US"/>
          </a:p>
          <a:p>
            <a:pPr lvl="0"/>
            <a:r>
              <a:rPr lang="en-US"/>
              <a:t>Optional Role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22538C76-3986-D241-A229-553209807E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684631" y="1873762"/>
            <a:ext cx="2293179" cy="337929"/>
          </a:xfrm>
        </p:spPr>
        <p:txBody>
          <a:bodyPr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44" name="Picture Placeholder 2">
            <a:extLst>
              <a:ext uri="{FF2B5EF4-FFF2-40B4-BE49-F238E27FC236}">
                <a16:creationId xmlns:a16="http://schemas.microsoft.com/office/drawing/2014/main" id="{7EAF257A-442C-B04C-AE37-CF8DFA6DC5D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82334" y="1873762"/>
            <a:ext cx="1155702" cy="1155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F89D208F-7484-4F4D-A551-A8F9EBFCE3C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594022" y="2228740"/>
            <a:ext cx="2293179" cy="80072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8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Insert Title</a:t>
            </a:r>
          </a:p>
          <a:p>
            <a:pPr lvl="0"/>
            <a:r>
              <a:rPr lang="en-US"/>
              <a:t>(555) 555-5555</a:t>
            </a:r>
          </a:p>
          <a:p>
            <a:pPr lvl="0"/>
            <a:r>
              <a:rPr lang="en-US" err="1"/>
              <a:t>Firstname.lastname@epicbrokers.com</a:t>
            </a:r>
            <a:endParaRPr lang="en-US"/>
          </a:p>
          <a:p>
            <a:pPr lvl="0"/>
            <a:r>
              <a:rPr lang="en-US"/>
              <a:t>Optional Role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110D197-A05F-894E-93BC-8272AFE6ED8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94022" y="1873761"/>
            <a:ext cx="2293179" cy="337929"/>
          </a:xfrm>
        </p:spPr>
        <p:txBody>
          <a:bodyPr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59" name="Picture Placeholder 2">
            <a:extLst>
              <a:ext uri="{FF2B5EF4-FFF2-40B4-BE49-F238E27FC236}">
                <a16:creationId xmlns:a16="http://schemas.microsoft.com/office/drawing/2014/main" id="{E65890E2-B11D-CB4A-9381-9DA4954EAC0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72943" y="3290325"/>
            <a:ext cx="1155702" cy="1155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60" name="Text Placeholder 4">
            <a:extLst>
              <a:ext uri="{FF2B5EF4-FFF2-40B4-BE49-F238E27FC236}">
                <a16:creationId xmlns:a16="http://schemas.microsoft.com/office/drawing/2014/main" id="{70193A17-4913-3E4B-97E8-E75C458609B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84631" y="3645303"/>
            <a:ext cx="2293179" cy="80072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8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Insert Title</a:t>
            </a:r>
          </a:p>
          <a:p>
            <a:pPr lvl="0"/>
            <a:r>
              <a:rPr lang="en-US"/>
              <a:t>(555) 555-5555</a:t>
            </a:r>
          </a:p>
          <a:p>
            <a:pPr lvl="0"/>
            <a:r>
              <a:rPr lang="en-US" err="1"/>
              <a:t>Firstname.lastname@epicbrokers.com</a:t>
            </a:r>
            <a:endParaRPr lang="en-US"/>
          </a:p>
          <a:p>
            <a:pPr lvl="0"/>
            <a:r>
              <a:rPr lang="en-US"/>
              <a:t>Optional Role</a:t>
            </a:r>
          </a:p>
        </p:txBody>
      </p:sp>
      <p:sp>
        <p:nvSpPr>
          <p:cNvPr id="61" name="Text Placeholder 4">
            <a:extLst>
              <a:ext uri="{FF2B5EF4-FFF2-40B4-BE49-F238E27FC236}">
                <a16:creationId xmlns:a16="http://schemas.microsoft.com/office/drawing/2014/main" id="{9629ADDA-8BFE-8148-8AF0-6FE29909E2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684631" y="3290324"/>
            <a:ext cx="2293179" cy="337929"/>
          </a:xfrm>
        </p:spPr>
        <p:txBody>
          <a:bodyPr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62" name="Picture Placeholder 2">
            <a:extLst>
              <a:ext uri="{FF2B5EF4-FFF2-40B4-BE49-F238E27FC236}">
                <a16:creationId xmlns:a16="http://schemas.microsoft.com/office/drawing/2014/main" id="{94AD0FAF-D796-DB49-89B9-FC9DAEA55B3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282334" y="3290324"/>
            <a:ext cx="1155702" cy="1155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63" name="Text Placeholder 4">
            <a:extLst>
              <a:ext uri="{FF2B5EF4-FFF2-40B4-BE49-F238E27FC236}">
                <a16:creationId xmlns:a16="http://schemas.microsoft.com/office/drawing/2014/main" id="{20AE03C4-7F7E-6D4D-9873-56D05FE9D69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594022" y="3645302"/>
            <a:ext cx="2293179" cy="80072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8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Insert Title</a:t>
            </a:r>
          </a:p>
          <a:p>
            <a:pPr lvl="0"/>
            <a:r>
              <a:rPr lang="en-US"/>
              <a:t>(555) 555-5555</a:t>
            </a:r>
          </a:p>
          <a:p>
            <a:pPr lvl="0"/>
            <a:r>
              <a:rPr lang="en-US" err="1"/>
              <a:t>Firstname.lastname@epicbrokers.com</a:t>
            </a:r>
            <a:endParaRPr lang="en-US"/>
          </a:p>
          <a:p>
            <a:pPr lvl="0"/>
            <a:r>
              <a:rPr lang="en-US"/>
              <a:t>Optional Role</a:t>
            </a:r>
          </a:p>
        </p:txBody>
      </p:sp>
      <p:sp>
        <p:nvSpPr>
          <p:cNvPr id="64" name="Text Placeholder 4">
            <a:extLst>
              <a:ext uri="{FF2B5EF4-FFF2-40B4-BE49-F238E27FC236}">
                <a16:creationId xmlns:a16="http://schemas.microsoft.com/office/drawing/2014/main" id="{9DD3C845-3328-7944-9473-652A13EB93C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594022" y="3290323"/>
            <a:ext cx="2293179" cy="337929"/>
          </a:xfrm>
        </p:spPr>
        <p:txBody>
          <a:bodyPr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65" name="Picture Placeholder 2">
            <a:extLst>
              <a:ext uri="{FF2B5EF4-FFF2-40B4-BE49-F238E27FC236}">
                <a16:creationId xmlns:a16="http://schemas.microsoft.com/office/drawing/2014/main" id="{EEDC74B7-98A8-DF4A-A8FC-773FEDA14874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372943" y="4706886"/>
            <a:ext cx="1155702" cy="1155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66" name="Text Placeholder 4">
            <a:extLst>
              <a:ext uri="{FF2B5EF4-FFF2-40B4-BE49-F238E27FC236}">
                <a16:creationId xmlns:a16="http://schemas.microsoft.com/office/drawing/2014/main" id="{10793338-5DDB-3945-A7EA-18BD866C483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84631" y="5061864"/>
            <a:ext cx="2293179" cy="80072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8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Insert Title</a:t>
            </a:r>
          </a:p>
          <a:p>
            <a:pPr lvl="0"/>
            <a:r>
              <a:rPr lang="en-US"/>
              <a:t>(555) 555-5555</a:t>
            </a:r>
          </a:p>
          <a:p>
            <a:pPr lvl="0"/>
            <a:r>
              <a:rPr lang="en-US" err="1"/>
              <a:t>Firstname.lastname@epicbrokers.com</a:t>
            </a:r>
            <a:endParaRPr lang="en-US"/>
          </a:p>
          <a:p>
            <a:pPr lvl="0"/>
            <a:r>
              <a:rPr lang="en-US"/>
              <a:t>Optional Role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E90E91C9-77EC-9F4F-A53E-03A0192CC43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684631" y="4706885"/>
            <a:ext cx="2293179" cy="337929"/>
          </a:xfrm>
        </p:spPr>
        <p:txBody>
          <a:bodyPr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  <p:sp>
        <p:nvSpPr>
          <p:cNvPr id="68" name="Picture Placeholder 2">
            <a:extLst>
              <a:ext uri="{FF2B5EF4-FFF2-40B4-BE49-F238E27FC236}">
                <a16:creationId xmlns:a16="http://schemas.microsoft.com/office/drawing/2014/main" id="{AF9C7F81-277D-2A4B-B5B4-173191E7B80A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282334" y="4706885"/>
            <a:ext cx="1155702" cy="11557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</a:lstStyle>
          <a:p>
            <a:endParaRPr lang="en-US"/>
          </a:p>
        </p:txBody>
      </p:sp>
      <p:sp>
        <p:nvSpPr>
          <p:cNvPr id="69" name="Text Placeholder 4">
            <a:extLst>
              <a:ext uri="{FF2B5EF4-FFF2-40B4-BE49-F238E27FC236}">
                <a16:creationId xmlns:a16="http://schemas.microsoft.com/office/drawing/2014/main" id="{33E8A1C0-A546-C848-8026-3DEF454900C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594022" y="5061863"/>
            <a:ext cx="2293179" cy="80072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8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Insert Title</a:t>
            </a:r>
          </a:p>
          <a:p>
            <a:pPr lvl="0"/>
            <a:r>
              <a:rPr lang="en-US"/>
              <a:t>(555) 555-5555</a:t>
            </a:r>
          </a:p>
          <a:p>
            <a:pPr lvl="0"/>
            <a:r>
              <a:rPr lang="en-US" err="1"/>
              <a:t>Firstname.lastname@epicbrokers.com</a:t>
            </a:r>
            <a:endParaRPr lang="en-US"/>
          </a:p>
          <a:p>
            <a:pPr lvl="0"/>
            <a:r>
              <a:rPr lang="en-US"/>
              <a:t>Optional Role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611025C5-3B4F-D748-B0A9-FC21FCA2A45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594022" y="4706884"/>
            <a:ext cx="2293179" cy="337929"/>
          </a:xfrm>
        </p:spPr>
        <p:txBody>
          <a:bodyPr>
            <a:normAutofit/>
          </a:bodyPr>
          <a:lstStyle>
            <a:lvl1pPr marL="0" indent="0">
              <a:buNone/>
              <a:defRPr sz="12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7876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CC4EDDA-9704-DF47-8689-35F87024A250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B8F56A-F051-3840-9E31-F95419ABF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799" y="457201"/>
            <a:ext cx="5375565" cy="1155702"/>
          </a:xfrm>
        </p:spPr>
        <p:txBody>
          <a:bodyPr anchor="t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A6445E-5AC4-7C45-BD90-DB00D067E4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1"/>
            <a:ext cx="6096000" cy="34290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4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96600B-2B65-6E49-A043-20D2AFDB69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7839" y="2057400"/>
            <a:ext cx="5375565" cy="3811588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56144F-85FE-AF41-972F-65613A07B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05A324E-B1CD-8A40-B5B5-D6CE7F042D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2D4F5E2-593A-ED4E-9938-803FC7810F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511925" y="3882887"/>
            <a:ext cx="5418138" cy="222740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419956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Brand Element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68142D5-6DC0-C445-8EE8-3B118C06E016}"/>
              </a:ext>
            </a:extLst>
          </p:cNvPr>
          <p:cNvSpPr/>
          <p:nvPr userDrawn="1"/>
        </p:nvSpPr>
        <p:spPr>
          <a:xfrm>
            <a:off x="304799" y="4427330"/>
            <a:ext cx="365125" cy="3651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B8F56A-F051-3840-9E31-F95419ABF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799" y="901699"/>
            <a:ext cx="5375565" cy="1155702"/>
          </a:xfrm>
        </p:spPr>
        <p:txBody>
          <a:bodyPr anchor="t"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96600B-2B65-6E49-A043-20D2AFDB69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4799" y="2205397"/>
            <a:ext cx="5375565" cy="1774050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56144F-85FE-AF41-972F-65613A07B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05A324E-B1CD-8A40-B5B5-D6CE7F042D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accent4"/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9D5CAFD9-CFC7-774A-8EF2-0A4149D082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445860" y="987424"/>
            <a:ext cx="4909527" cy="4880767"/>
          </a:xfrm>
          <a:custGeom>
            <a:avLst/>
            <a:gdLst>
              <a:gd name="connsiteX0" fmla="*/ 0 w 4880447"/>
              <a:gd name="connsiteY0" fmla="*/ 0 h 4873625"/>
              <a:gd name="connsiteX1" fmla="*/ 4880447 w 4880447"/>
              <a:gd name="connsiteY1" fmla="*/ 0 h 4873625"/>
              <a:gd name="connsiteX2" fmla="*/ 4880447 w 4880447"/>
              <a:gd name="connsiteY2" fmla="*/ 4873625 h 4873625"/>
              <a:gd name="connsiteX3" fmla="*/ 0 w 4880447"/>
              <a:gd name="connsiteY3" fmla="*/ 4873625 h 4873625"/>
              <a:gd name="connsiteX4" fmla="*/ 0 w 4880447"/>
              <a:gd name="connsiteY4" fmla="*/ 0 h 4873625"/>
              <a:gd name="connsiteX0" fmla="*/ 37070 w 4917517"/>
              <a:gd name="connsiteY0" fmla="*/ 0 h 4873625"/>
              <a:gd name="connsiteX1" fmla="*/ 4917517 w 4917517"/>
              <a:gd name="connsiteY1" fmla="*/ 0 h 4873625"/>
              <a:gd name="connsiteX2" fmla="*/ 4917517 w 4917517"/>
              <a:gd name="connsiteY2" fmla="*/ 4873625 h 4873625"/>
              <a:gd name="connsiteX3" fmla="*/ 37070 w 4917517"/>
              <a:gd name="connsiteY3" fmla="*/ 4873625 h 4873625"/>
              <a:gd name="connsiteX4" fmla="*/ 0 w 4917517"/>
              <a:gd name="connsiteY4" fmla="*/ 4078845 h 4873625"/>
              <a:gd name="connsiteX5" fmla="*/ 37070 w 4917517"/>
              <a:gd name="connsiteY5" fmla="*/ 0 h 4873625"/>
              <a:gd name="connsiteX0" fmla="*/ 37070 w 4917517"/>
              <a:gd name="connsiteY0" fmla="*/ 0 h 4873625"/>
              <a:gd name="connsiteX1" fmla="*/ 4917517 w 4917517"/>
              <a:gd name="connsiteY1" fmla="*/ 0 h 4873625"/>
              <a:gd name="connsiteX2" fmla="*/ 4917517 w 4917517"/>
              <a:gd name="connsiteY2" fmla="*/ 4873625 h 4873625"/>
              <a:gd name="connsiteX3" fmla="*/ 704335 w 4917517"/>
              <a:gd name="connsiteY3" fmla="*/ 4869678 h 4873625"/>
              <a:gd name="connsiteX4" fmla="*/ 37070 w 4917517"/>
              <a:gd name="connsiteY4" fmla="*/ 4873625 h 4873625"/>
              <a:gd name="connsiteX5" fmla="*/ 0 w 4917517"/>
              <a:gd name="connsiteY5" fmla="*/ 4078845 h 4873625"/>
              <a:gd name="connsiteX6" fmla="*/ 37070 w 4917517"/>
              <a:gd name="connsiteY6" fmla="*/ 0 h 4873625"/>
              <a:gd name="connsiteX0" fmla="*/ 37070 w 4917517"/>
              <a:gd name="connsiteY0" fmla="*/ 0 h 4873625"/>
              <a:gd name="connsiteX1" fmla="*/ 4917517 w 4917517"/>
              <a:gd name="connsiteY1" fmla="*/ 0 h 4873625"/>
              <a:gd name="connsiteX2" fmla="*/ 4917517 w 4917517"/>
              <a:gd name="connsiteY2" fmla="*/ 4873625 h 4873625"/>
              <a:gd name="connsiteX3" fmla="*/ 2483708 w 4917517"/>
              <a:gd name="connsiteY3" fmla="*/ 4869678 h 4873625"/>
              <a:gd name="connsiteX4" fmla="*/ 704335 w 4917517"/>
              <a:gd name="connsiteY4" fmla="*/ 4869678 h 4873625"/>
              <a:gd name="connsiteX5" fmla="*/ 37070 w 4917517"/>
              <a:gd name="connsiteY5" fmla="*/ 4873625 h 4873625"/>
              <a:gd name="connsiteX6" fmla="*/ 0 w 4917517"/>
              <a:gd name="connsiteY6" fmla="*/ 4078845 h 4873625"/>
              <a:gd name="connsiteX7" fmla="*/ 37070 w 4917517"/>
              <a:gd name="connsiteY7" fmla="*/ 0 h 4873625"/>
              <a:gd name="connsiteX0" fmla="*/ 49426 w 4929873"/>
              <a:gd name="connsiteY0" fmla="*/ 0 h 4873625"/>
              <a:gd name="connsiteX1" fmla="*/ 4929873 w 4929873"/>
              <a:gd name="connsiteY1" fmla="*/ 0 h 4873625"/>
              <a:gd name="connsiteX2" fmla="*/ 4929873 w 4929873"/>
              <a:gd name="connsiteY2" fmla="*/ 4873625 h 4873625"/>
              <a:gd name="connsiteX3" fmla="*/ 2496064 w 4929873"/>
              <a:gd name="connsiteY3" fmla="*/ 4869678 h 4873625"/>
              <a:gd name="connsiteX4" fmla="*/ 716691 w 4929873"/>
              <a:gd name="connsiteY4" fmla="*/ 4869678 h 4873625"/>
              <a:gd name="connsiteX5" fmla="*/ 49426 w 4929873"/>
              <a:gd name="connsiteY5" fmla="*/ 4873625 h 4873625"/>
              <a:gd name="connsiteX6" fmla="*/ 12356 w 4929873"/>
              <a:gd name="connsiteY6" fmla="*/ 4078845 h 4873625"/>
              <a:gd name="connsiteX7" fmla="*/ 0 w 4929873"/>
              <a:gd name="connsiteY7" fmla="*/ 2299472 h 4873625"/>
              <a:gd name="connsiteX8" fmla="*/ 49426 w 4929873"/>
              <a:gd name="connsiteY8" fmla="*/ 0 h 4873625"/>
              <a:gd name="connsiteX0" fmla="*/ 61398 w 4941845"/>
              <a:gd name="connsiteY0" fmla="*/ 0 h 4931341"/>
              <a:gd name="connsiteX1" fmla="*/ 4941845 w 4941845"/>
              <a:gd name="connsiteY1" fmla="*/ 0 h 4931341"/>
              <a:gd name="connsiteX2" fmla="*/ 4941845 w 4941845"/>
              <a:gd name="connsiteY2" fmla="*/ 4873625 h 4931341"/>
              <a:gd name="connsiteX3" fmla="*/ 2508036 w 4941845"/>
              <a:gd name="connsiteY3" fmla="*/ 4869678 h 4931341"/>
              <a:gd name="connsiteX4" fmla="*/ 728663 w 4941845"/>
              <a:gd name="connsiteY4" fmla="*/ 4869678 h 4931341"/>
              <a:gd name="connsiteX5" fmla="*/ 61398 w 4941845"/>
              <a:gd name="connsiteY5" fmla="*/ 4873625 h 4931341"/>
              <a:gd name="connsiteX6" fmla="*/ 24328 w 4941845"/>
              <a:gd name="connsiteY6" fmla="*/ 4078845 h 4931341"/>
              <a:gd name="connsiteX7" fmla="*/ 11972 w 4941845"/>
              <a:gd name="connsiteY7" fmla="*/ 2299472 h 4931341"/>
              <a:gd name="connsiteX8" fmla="*/ 61398 w 4941845"/>
              <a:gd name="connsiteY8" fmla="*/ 0 h 4931341"/>
              <a:gd name="connsiteX0" fmla="*/ 141006 w 5021453"/>
              <a:gd name="connsiteY0" fmla="*/ 0 h 4931341"/>
              <a:gd name="connsiteX1" fmla="*/ 5021453 w 5021453"/>
              <a:gd name="connsiteY1" fmla="*/ 0 h 4931341"/>
              <a:gd name="connsiteX2" fmla="*/ 5021453 w 5021453"/>
              <a:gd name="connsiteY2" fmla="*/ 4873625 h 4931341"/>
              <a:gd name="connsiteX3" fmla="*/ 2587644 w 5021453"/>
              <a:gd name="connsiteY3" fmla="*/ 4869678 h 4931341"/>
              <a:gd name="connsiteX4" fmla="*/ 1895665 w 5021453"/>
              <a:gd name="connsiteY4" fmla="*/ 4869678 h 4931341"/>
              <a:gd name="connsiteX5" fmla="*/ 141006 w 5021453"/>
              <a:gd name="connsiteY5" fmla="*/ 4873625 h 4931341"/>
              <a:gd name="connsiteX6" fmla="*/ 103936 w 5021453"/>
              <a:gd name="connsiteY6" fmla="*/ 4078845 h 4931341"/>
              <a:gd name="connsiteX7" fmla="*/ 91580 w 5021453"/>
              <a:gd name="connsiteY7" fmla="*/ 2299472 h 4931341"/>
              <a:gd name="connsiteX8" fmla="*/ 141006 w 5021453"/>
              <a:gd name="connsiteY8" fmla="*/ 0 h 4931341"/>
              <a:gd name="connsiteX0" fmla="*/ 150437 w 5030884"/>
              <a:gd name="connsiteY0" fmla="*/ 0 h 5019203"/>
              <a:gd name="connsiteX1" fmla="*/ 5030884 w 5030884"/>
              <a:gd name="connsiteY1" fmla="*/ 0 h 5019203"/>
              <a:gd name="connsiteX2" fmla="*/ 5030884 w 5030884"/>
              <a:gd name="connsiteY2" fmla="*/ 4873625 h 5019203"/>
              <a:gd name="connsiteX3" fmla="*/ 2597075 w 5030884"/>
              <a:gd name="connsiteY3" fmla="*/ 4869678 h 5019203"/>
              <a:gd name="connsiteX4" fmla="*/ 1905096 w 5030884"/>
              <a:gd name="connsiteY4" fmla="*/ 4869678 h 5019203"/>
              <a:gd name="connsiteX5" fmla="*/ 150437 w 5030884"/>
              <a:gd name="connsiteY5" fmla="*/ 4873625 h 5019203"/>
              <a:gd name="connsiteX6" fmla="*/ 88653 w 5030884"/>
              <a:gd name="connsiteY6" fmla="*/ 2892596 h 5019203"/>
              <a:gd name="connsiteX7" fmla="*/ 101011 w 5030884"/>
              <a:gd name="connsiteY7" fmla="*/ 2299472 h 5019203"/>
              <a:gd name="connsiteX8" fmla="*/ 150437 w 5030884"/>
              <a:gd name="connsiteY8" fmla="*/ 0 h 5019203"/>
              <a:gd name="connsiteX0" fmla="*/ 64665 w 4945112"/>
              <a:gd name="connsiteY0" fmla="*/ 0 h 4915213"/>
              <a:gd name="connsiteX1" fmla="*/ 4945112 w 4945112"/>
              <a:gd name="connsiteY1" fmla="*/ 0 h 4915213"/>
              <a:gd name="connsiteX2" fmla="*/ 4945112 w 4945112"/>
              <a:gd name="connsiteY2" fmla="*/ 4873625 h 4915213"/>
              <a:gd name="connsiteX3" fmla="*/ 2511303 w 4945112"/>
              <a:gd name="connsiteY3" fmla="*/ 4869678 h 4915213"/>
              <a:gd name="connsiteX4" fmla="*/ 1819324 w 4945112"/>
              <a:gd name="connsiteY4" fmla="*/ 4869678 h 4915213"/>
              <a:gd name="connsiteX5" fmla="*/ 237659 w 4945112"/>
              <a:gd name="connsiteY5" fmla="*/ 4712987 h 4915213"/>
              <a:gd name="connsiteX6" fmla="*/ 2881 w 4945112"/>
              <a:gd name="connsiteY6" fmla="*/ 2892596 h 4915213"/>
              <a:gd name="connsiteX7" fmla="*/ 15239 w 4945112"/>
              <a:gd name="connsiteY7" fmla="*/ 2299472 h 4915213"/>
              <a:gd name="connsiteX8" fmla="*/ 64665 w 4945112"/>
              <a:gd name="connsiteY8" fmla="*/ 0 h 4915213"/>
              <a:gd name="connsiteX0" fmla="*/ 67780 w 4948227"/>
              <a:gd name="connsiteY0" fmla="*/ 0 h 4892582"/>
              <a:gd name="connsiteX1" fmla="*/ 4948227 w 4948227"/>
              <a:gd name="connsiteY1" fmla="*/ 0 h 4892582"/>
              <a:gd name="connsiteX2" fmla="*/ 4948227 w 4948227"/>
              <a:gd name="connsiteY2" fmla="*/ 4873625 h 4892582"/>
              <a:gd name="connsiteX3" fmla="*/ 2514418 w 4948227"/>
              <a:gd name="connsiteY3" fmla="*/ 4869678 h 4892582"/>
              <a:gd name="connsiteX4" fmla="*/ 1822439 w 4948227"/>
              <a:gd name="connsiteY4" fmla="*/ 4869678 h 4892582"/>
              <a:gd name="connsiteX5" fmla="*/ 228418 w 4948227"/>
              <a:gd name="connsiteY5" fmla="*/ 4663560 h 4892582"/>
              <a:gd name="connsiteX6" fmla="*/ 5996 w 4948227"/>
              <a:gd name="connsiteY6" fmla="*/ 2892596 h 4892582"/>
              <a:gd name="connsiteX7" fmla="*/ 18354 w 4948227"/>
              <a:gd name="connsiteY7" fmla="*/ 2299472 h 4892582"/>
              <a:gd name="connsiteX8" fmla="*/ 67780 w 4948227"/>
              <a:gd name="connsiteY8" fmla="*/ 0 h 4892582"/>
              <a:gd name="connsiteX0" fmla="*/ 67780 w 4948227"/>
              <a:gd name="connsiteY0" fmla="*/ 0 h 4892582"/>
              <a:gd name="connsiteX1" fmla="*/ 4948227 w 4948227"/>
              <a:gd name="connsiteY1" fmla="*/ 0 h 4892582"/>
              <a:gd name="connsiteX2" fmla="*/ 4948227 w 4948227"/>
              <a:gd name="connsiteY2" fmla="*/ 4873625 h 4892582"/>
              <a:gd name="connsiteX3" fmla="*/ 2514418 w 4948227"/>
              <a:gd name="connsiteY3" fmla="*/ 4869678 h 4892582"/>
              <a:gd name="connsiteX4" fmla="*/ 1822439 w 4948227"/>
              <a:gd name="connsiteY4" fmla="*/ 4869678 h 4892582"/>
              <a:gd name="connsiteX5" fmla="*/ 228418 w 4948227"/>
              <a:gd name="connsiteY5" fmla="*/ 4663560 h 4892582"/>
              <a:gd name="connsiteX6" fmla="*/ 5996 w 4948227"/>
              <a:gd name="connsiteY6" fmla="*/ 2892596 h 4892582"/>
              <a:gd name="connsiteX7" fmla="*/ 79314 w 4948227"/>
              <a:gd name="connsiteY7" fmla="*/ 2310556 h 4892582"/>
              <a:gd name="connsiteX8" fmla="*/ 67780 w 4948227"/>
              <a:gd name="connsiteY8" fmla="*/ 0 h 4892582"/>
              <a:gd name="connsiteX0" fmla="*/ 67780 w 4948227"/>
              <a:gd name="connsiteY0" fmla="*/ 0 h 4892582"/>
              <a:gd name="connsiteX1" fmla="*/ 4948227 w 4948227"/>
              <a:gd name="connsiteY1" fmla="*/ 0 h 4892582"/>
              <a:gd name="connsiteX2" fmla="*/ 4948227 w 4948227"/>
              <a:gd name="connsiteY2" fmla="*/ 4873625 h 4892582"/>
              <a:gd name="connsiteX3" fmla="*/ 2514418 w 4948227"/>
              <a:gd name="connsiteY3" fmla="*/ 4869678 h 4892582"/>
              <a:gd name="connsiteX4" fmla="*/ 1822439 w 4948227"/>
              <a:gd name="connsiteY4" fmla="*/ 4869678 h 4892582"/>
              <a:gd name="connsiteX5" fmla="*/ 228418 w 4948227"/>
              <a:gd name="connsiteY5" fmla="*/ 4663560 h 4892582"/>
              <a:gd name="connsiteX6" fmla="*/ 5996 w 4948227"/>
              <a:gd name="connsiteY6" fmla="*/ 2892596 h 4892582"/>
              <a:gd name="connsiteX7" fmla="*/ 51605 w 4948227"/>
              <a:gd name="connsiteY7" fmla="*/ 2321639 h 4892582"/>
              <a:gd name="connsiteX8" fmla="*/ 67780 w 4948227"/>
              <a:gd name="connsiteY8" fmla="*/ 0 h 4892582"/>
              <a:gd name="connsiteX0" fmla="*/ 67780 w 4948227"/>
              <a:gd name="connsiteY0" fmla="*/ 0 h 4892582"/>
              <a:gd name="connsiteX1" fmla="*/ 4948227 w 4948227"/>
              <a:gd name="connsiteY1" fmla="*/ 0 h 4892582"/>
              <a:gd name="connsiteX2" fmla="*/ 4948227 w 4948227"/>
              <a:gd name="connsiteY2" fmla="*/ 4873625 h 4892582"/>
              <a:gd name="connsiteX3" fmla="*/ 2514418 w 4948227"/>
              <a:gd name="connsiteY3" fmla="*/ 4869678 h 4892582"/>
              <a:gd name="connsiteX4" fmla="*/ 1822439 w 4948227"/>
              <a:gd name="connsiteY4" fmla="*/ 4869678 h 4892582"/>
              <a:gd name="connsiteX5" fmla="*/ 228418 w 4948227"/>
              <a:gd name="connsiteY5" fmla="*/ 4663560 h 4892582"/>
              <a:gd name="connsiteX6" fmla="*/ 5996 w 4948227"/>
              <a:gd name="connsiteY6" fmla="*/ 2892596 h 4892582"/>
              <a:gd name="connsiteX7" fmla="*/ 51605 w 4948227"/>
              <a:gd name="connsiteY7" fmla="*/ 2321639 h 4892582"/>
              <a:gd name="connsiteX8" fmla="*/ 67780 w 4948227"/>
              <a:gd name="connsiteY8" fmla="*/ 0 h 4892582"/>
              <a:gd name="connsiteX0" fmla="*/ 40578 w 4921025"/>
              <a:gd name="connsiteY0" fmla="*/ 0 h 4880028"/>
              <a:gd name="connsiteX1" fmla="*/ 4921025 w 4921025"/>
              <a:gd name="connsiteY1" fmla="*/ 0 h 4880028"/>
              <a:gd name="connsiteX2" fmla="*/ 4921025 w 4921025"/>
              <a:gd name="connsiteY2" fmla="*/ 4873625 h 4880028"/>
              <a:gd name="connsiteX3" fmla="*/ 2487216 w 4921025"/>
              <a:gd name="connsiteY3" fmla="*/ 4869678 h 4880028"/>
              <a:gd name="connsiteX4" fmla="*/ 1795237 w 4921025"/>
              <a:gd name="connsiteY4" fmla="*/ 4869678 h 4880028"/>
              <a:gd name="connsiteX5" fmla="*/ 201216 w 4921025"/>
              <a:gd name="connsiteY5" fmla="*/ 4663560 h 4880028"/>
              <a:gd name="connsiteX6" fmla="*/ 17587 w 4921025"/>
              <a:gd name="connsiteY6" fmla="*/ 3158603 h 4880028"/>
              <a:gd name="connsiteX7" fmla="*/ 24403 w 4921025"/>
              <a:gd name="connsiteY7" fmla="*/ 2321639 h 4880028"/>
              <a:gd name="connsiteX8" fmla="*/ 40578 w 4921025"/>
              <a:gd name="connsiteY8" fmla="*/ 0 h 4880028"/>
              <a:gd name="connsiteX0" fmla="*/ 24169 w 4904616"/>
              <a:gd name="connsiteY0" fmla="*/ 0 h 4873625"/>
              <a:gd name="connsiteX1" fmla="*/ 4904616 w 4904616"/>
              <a:gd name="connsiteY1" fmla="*/ 0 h 4873625"/>
              <a:gd name="connsiteX2" fmla="*/ 4904616 w 4904616"/>
              <a:gd name="connsiteY2" fmla="*/ 4873625 h 4873625"/>
              <a:gd name="connsiteX3" fmla="*/ 2470807 w 4904616"/>
              <a:gd name="connsiteY3" fmla="*/ 4869678 h 4873625"/>
              <a:gd name="connsiteX4" fmla="*/ 1778828 w 4904616"/>
              <a:gd name="connsiteY4" fmla="*/ 4869678 h 4873625"/>
              <a:gd name="connsiteX5" fmla="*/ 184807 w 4904616"/>
              <a:gd name="connsiteY5" fmla="*/ 4663560 h 4873625"/>
              <a:gd name="connsiteX6" fmla="*/ 1178 w 4904616"/>
              <a:gd name="connsiteY6" fmla="*/ 3158603 h 4873625"/>
              <a:gd name="connsiteX7" fmla="*/ 7994 w 4904616"/>
              <a:gd name="connsiteY7" fmla="*/ 2321639 h 4873625"/>
              <a:gd name="connsiteX8" fmla="*/ 24169 w 4904616"/>
              <a:gd name="connsiteY8" fmla="*/ 0 h 4873625"/>
              <a:gd name="connsiteX0" fmla="*/ 47903 w 4928350"/>
              <a:gd name="connsiteY0" fmla="*/ 0 h 4873625"/>
              <a:gd name="connsiteX1" fmla="*/ 4928350 w 4928350"/>
              <a:gd name="connsiteY1" fmla="*/ 0 h 4873625"/>
              <a:gd name="connsiteX2" fmla="*/ 4928350 w 4928350"/>
              <a:gd name="connsiteY2" fmla="*/ 4873625 h 4873625"/>
              <a:gd name="connsiteX3" fmla="*/ 2494541 w 4928350"/>
              <a:gd name="connsiteY3" fmla="*/ 4869678 h 4873625"/>
              <a:gd name="connsiteX4" fmla="*/ 1802562 w 4928350"/>
              <a:gd name="connsiteY4" fmla="*/ 4869678 h 4873625"/>
              <a:gd name="connsiteX5" fmla="*/ 208541 w 4928350"/>
              <a:gd name="connsiteY5" fmla="*/ 4663560 h 4873625"/>
              <a:gd name="connsiteX6" fmla="*/ 13829 w 4928350"/>
              <a:gd name="connsiteY6" fmla="*/ 3712785 h 4873625"/>
              <a:gd name="connsiteX7" fmla="*/ 31728 w 4928350"/>
              <a:gd name="connsiteY7" fmla="*/ 2321639 h 4873625"/>
              <a:gd name="connsiteX8" fmla="*/ 47903 w 4928350"/>
              <a:gd name="connsiteY8" fmla="*/ 0 h 4873625"/>
              <a:gd name="connsiteX0" fmla="*/ 34516 w 4914963"/>
              <a:gd name="connsiteY0" fmla="*/ 0 h 4873625"/>
              <a:gd name="connsiteX1" fmla="*/ 4914963 w 4914963"/>
              <a:gd name="connsiteY1" fmla="*/ 0 h 4873625"/>
              <a:gd name="connsiteX2" fmla="*/ 4914963 w 4914963"/>
              <a:gd name="connsiteY2" fmla="*/ 4873625 h 4873625"/>
              <a:gd name="connsiteX3" fmla="*/ 2481154 w 4914963"/>
              <a:gd name="connsiteY3" fmla="*/ 4869678 h 4873625"/>
              <a:gd name="connsiteX4" fmla="*/ 1013321 w 4914963"/>
              <a:gd name="connsiteY4" fmla="*/ 4841969 h 4873625"/>
              <a:gd name="connsiteX5" fmla="*/ 195154 w 4914963"/>
              <a:gd name="connsiteY5" fmla="*/ 4663560 h 4873625"/>
              <a:gd name="connsiteX6" fmla="*/ 442 w 4914963"/>
              <a:gd name="connsiteY6" fmla="*/ 3712785 h 4873625"/>
              <a:gd name="connsiteX7" fmla="*/ 18341 w 4914963"/>
              <a:gd name="connsiteY7" fmla="*/ 2321639 h 4873625"/>
              <a:gd name="connsiteX8" fmla="*/ 34516 w 4914963"/>
              <a:gd name="connsiteY8" fmla="*/ 0 h 4873625"/>
              <a:gd name="connsiteX0" fmla="*/ 34516 w 4914963"/>
              <a:gd name="connsiteY0" fmla="*/ 0 h 4880775"/>
              <a:gd name="connsiteX1" fmla="*/ 4914963 w 4914963"/>
              <a:gd name="connsiteY1" fmla="*/ 0 h 4880775"/>
              <a:gd name="connsiteX2" fmla="*/ 4914963 w 4914963"/>
              <a:gd name="connsiteY2" fmla="*/ 4873625 h 4880775"/>
              <a:gd name="connsiteX3" fmla="*/ 2481154 w 4914963"/>
              <a:gd name="connsiteY3" fmla="*/ 4869678 h 4880775"/>
              <a:gd name="connsiteX4" fmla="*/ 1002237 w 4914963"/>
              <a:gd name="connsiteY4" fmla="*/ 4880762 h 4880775"/>
              <a:gd name="connsiteX5" fmla="*/ 195154 w 4914963"/>
              <a:gd name="connsiteY5" fmla="*/ 4663560 h 4880775"/>
              <a:gd name="connsiteX6" fmla="*/ 442 w 4914963"/>
              <a:gd name="connsiteY6" fmla="*/ 3712785 h 4880775"/>
              <a:gd name="connsiteX7" fmla="*/ 18341 w 4914963"/>
              <a:gd name="connsiteY7" fmla="*/ 2321639 h 4880775"/>
              <a:gd name="connsiteX8" fmla="*/ 34516 w 4914963"/>
              <a:gd name="connsiteY8" fmla="*/ 0 h 4880775"/>
              <a:gd name="connsiteX0" fmla="*/ 29080 w 4909527"/>
              <a:gd name="connsiteY0" fmla="*/ 0 h 4880767"/>
              <a:gd name="connsiteX1" fmla="*/ 4909527 w 4909527"/>
              <a:gd name="connsiteY1" fmla="*/ 0 h 4880767"/>
              <a:gd name="connsiteX2" fmla="*/ 4909527 w 4909527"/>
              <a:gd name="connsiteY2" fmla="*/ 4873625 h 4880767"/>
              <a:gd name="connsiteX3" fmla="*/ 2475718 w 4909527"/>
              <a:gd name="connsiteY3" fmla="*/ 4869678 h 4880767"/>
              <a:gd name="connsiteX4" fmla="*/ 996801 w 4909527"/>
              <a:gd name="connsiteY4" fmla="*/ 4880762 h 4880767"/>
              <a:gd name="connsiteX5" fmla="*/ 189718 w 4909527"/>
              <a:gd name="connsiteY5" fmla="*/ 4663560 h 4880767"/>
              <a:gd name="connsiteX6" fmla="*/ 548 w 4909527"/>
              <a:gd name="connsiteY6" fmla="*/ 3934458 h 4880767"/>
              <a:gd name="connsiteX7" fmla="*/ 12905 w 4909527"/>
              <a:gd name="connsiteY7" fmla="*/ 2321639 h 4880767"/>
              <a:gd name="connsiteX8" fmla="*/ 29080 w 4909527"/>
              <a:gd name="connsiteY8" fmla="*/ 0 h 4880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909527" h="4880767">
                <a:moveTo>
                  <a:pt x="29080" y="0"/>
                </a:moveTo>
                <a:lnTo>
                  <a:pt x="4909527" y="0"/>
                </a:lnTo>
                <a:lnTo>
                  <a:pt x="4909527" y="4873625"/>
                </a:lnTo>
                <a:lnTo>
                  <a:pt x="2475718" y="4869678"/>
                </a:lnTo>
                <a:lnTo>
                  <a:pt x="996801" y="4880762"/>
                </a:lnTo>
                <a:cubicBezTo>
                  <a:pt x="589028" y="4881420"/>
                  <a:pt x="355760" y="4821277"/>
                  <a:pt x="189718" y="4663560"/>
                </a:cubicBezTo>
                <a:cubicBezTo>
                  <a:pt x="23676" y="4505843"/>
                  <a:pt x="8786" y="4363483"/>
                  <a:pt x="548" y="3934458"/>
                </a:cubicBezTo>
                <a:cubicBezTo>
                  <a:pt x="-3571" y="3341334"/>
                  <a:pt x="17024" y="2449250"/>
                  <a:pt x="12905" y="2321639"/>
                </a:cubicBezTo>
                <a:cubicBezTo>
                  <a:pt x="9060" y="1551454"/>
                  <a:pt x="32925" y="770185"/>
                  <a:pt x="29080" y="0"/>
                </a:cubicBezTo>
                <a:close/>
              </a:path>
            </a:pathLst>
          </a:custGeo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39685FA7-DCBF-0845-933C-63B9A37E0BA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9923" y="4427329"/>
            <a:ext cx="5010441" cy="1438275"/>
          </a:xfrm>
          <a:solidFill>
            <a:schemeClr val="tx2">
              <a:lumMod val="10000"/>
              <a:lumOff val="90000"/>
            </a:schemeClr>
          </a:solidFill>
        </p:spPr>
        <p:txBody>
          <a:bodyPr lIns="182880" tIns="182880" rIns="182880" bIns="18288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6A97268C-B253-3D45-BA80-0B41918A94CD}"/>
              </a:ext>
            </a:extLst>
          </p:cNvPr>
          <p:cNvSpPr/>
          <p:nvPr userDrawn="1"/>
        </p:nvSpPr>
        <p:spPr>
          <a:xfrm>
            <a:off x="380687" y="4503218"/>
            <a:ext cx="213348" cy="213348"/>
          </a:xfrm>
          <a:prstGeom prst="plus">
            <a:avLst>
              <a:gd name="adj" fmla="val 3425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9852641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D9C9A-E868-A743-BC55-AAE6386B2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69ED98-512A-7046-BC74-E014DA2A7A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552F06-C1B8-B845-B0DB-C32CBC695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27380A7-8B13-C74F-BC84-7A7F7F281D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  <p:pic>
        <p:nvPicPr>
          <p:cNvPr id="9" name="Picture 10">
            <a:extLst>
              <a:ext uri="{FF2B5EF4-FFF2-40B4-BE49-F238E27FC236}">
                <a16:creationId xmlns:a16="http://schemas.microsoft.com/office/drawing/2014/main" id="{289F30D9-59AB-4D40-92E0-23D56C7ACD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991087" y="365125"/>
            <a:ext cx="981972" cy="22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8476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F31C22-5DA6-BC4D-BF22-DB2BEFAE97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6614" y="365125"/>
            <a:ext cx="1463272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4B3CE1-C4E2-0848-BA2D-115B0348B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04799" y="365125"/>
            <a:ext cx="988422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3E9C2B-FED9-3F44-B1B5-BCC615012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6CBA1FE-80CF-8841-836A-F8E77912B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EPIC INSURANCE BROKERS &amp; CONSULTANTS</a:t>
            </a:r>
          </a:p>
        </p:txBody>
      </p:sp>
    </p:spTree>
    <p:extLst>
      <p:ext uri="{BB962C8B-B14F-4D97-AF65-F5344CB8AC3E}">
        <p14:creationId xmlns:p14="http://schemas.microsoft.com/office/powerpoint/2010/main" val="19161838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FDD60E-1540-4F40-AAF3-6C3750B9E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799" y="365125"/>
            <a:ext cx="10473267" cy="526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275D72-8115-074C-B1AB-2A7026C0A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1091846"/>
            <a:ext cx="11625086" cy="4985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1817BE-3F6B-D14E-B0BF-A7551674E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4799" y="6313486"/>
            <a:ext cx="29492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EPIC INSURANCE BROKERS &amp; CONSULTANTS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D85FA-36BB-A54D-A953-0B1E24D000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11820" y="6313486"/>
            <a:ext cx="61806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 b="1">
                <a:solidFill>
                  <a:schemeClr val="tx2"/>
                </a:solidFill>
              </a:defRPr>
            </a:lvl1pPr>
          </a:lstStyle>
          <a:p>
            <a:fld id="{196AF507-5BE0-AD45-B8C0-F7B01F444CE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477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3" r:id="rId3"/>
    <p:sldLayoutId id="2147483650" r:id="rId4"/>
    <p:sldLayoutId id="2147483674" r:id="rId5"/>
    <p:sldLayoutId id="2147483661" r:id="rId6"/>
    <p:sldLayoutId id="2147483671" r:id="rId7"/>
    <p:sldLayoutId id="2147483651" r:id="rId8"/>
    <p:sldLayoutId id="2147483673" r:id="rId9"/>
    <p:sldLayoutId id="2147483665" r:id="rId10"/>
    <p:sldLayoutId id="2147483652" r:id="rId11"/>
    <p:sldLayoutId id="2147483668" r:id="rId12"/>
    <p:sldLayoutId id="2147483669" r:id="rId13"/>
    <p:sldLayoutId id="2147483653" r:id="rId14"/>
    <p:sldLayoutId id="2147483656" r:id="rId15"/>
    <p:sldLayoutId id="2147483654" r:id="rId16"/>
    <p:sldLayoutId id="2147483655" r:id="rId17"/>
    <p:sldLayoutId id="2147483667" r:id="rId18"/>
    <p:sldLayoutId id="2147483670" r:id="rId19"/>
    <p:sldLayoutId id="2147483657" r:id="rId20"/>
    <p:sldLayoutId id="2147483666" r:id="rId21"/>
    <p:sldLayoutId id="2147483658" r:id="rId22"/>
    <p:sldLayoutId id="2147483659" r:id="rId2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Word_Document.docx"/><Relationship Id="rId2" Type="http://schemas.openxmlformats.org/officeDocument/2006/relationships/slideLayout" Target="../slideLayouts/slideLayout16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0F670-77D5-A04E-974A-4CBD161590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642" y="2110224"/>
            <a:ext cx="3412671" cy="1654380"/>
          </a:xfrm>
        </p:spPr>
        <p:txBody>
          <a:bodyPr>
            <a:normAutofit/>
          </a:bodyPr>
          <a:lstStyle/>
          <a:p>
            <a:r>
              <a:rPr lang="en-US" sz="2400" dirty="0"/>
              <a:t>Subcontractor Default Insurance (SDI)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4527A0-DB15-A445-984B-43D7539947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Optional Subtitle Date/Presenter Information</a:t>
            </a:r>
          </a:p>
        </p:txBody>
      </p:sp>
    </p:spTree>
    <p:extLst>
      <p:ext uri="{BB962C8B-B14F-4D97-AF65-F5344CB8AC3E}">
        <p14:creationId xmlns:p14="http://schemas.microsoft.com/office/powerpoint/2010/main" val="2340268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5A1B4-E69E-0D4C-B1C7-7CBC1FEE7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ea typeface="+mj-lt"/>
                <a:cs typeface="+mj-lt"/>
              </a:rPr>
              <a:t>Elements of SDI Coverage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9C53F-EC57-0349-B08D-93AE71C39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5C382-C9E4-BC46-B843-849713CF50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EPIC INSURANCE BROKERS &amp; CONSULTANTS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26DE638-B050-734A-9F69-BE39E4B88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10000"/>
          </a:bodyPr>
          <a:lstStyle/>
          <a:p>
            <a:pPr>
              <a:lnSpc>
                <a:spcPct val="120000"/>
              </a:lnSpc>
            </a:pPr>
            <a:r>
              <a:rPr lang="en-US" dirty="0">
                <a:ea typeface="+mn-lt"/>
                <a:cs typeface="+mn-lt"/>
              </a:rPr>
              <a:t>Subcontractor surety bonds act to guarantee completion of work per the terms of an executed subcontract.  They do not address the impact of a default on the Owner, General Contractor or the project itself. Subcontractor Default Insurance (“SDI”) was designed to provide general contractors direct protection against default by subcontractors or suppliers and provide a coverage limit for indirect costs arising out of that default.   </a:t>
            </a:r>
          </a:p>
          <a:p>
            <a:pPr>
              <a:buNone/>
            </a:pPr>
            <a:r>
              <a:rPr lang="en-US" b="1" dirty="0">
                <a:ea typeface="+mn-lt"/>
                <a:cs typeface="+mn-lt"/>
              </a:rPr>
              <a:t>SDI Coverage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>
                <a:ea typeface="+mn-lt"/>
                <a:cs typeface="+mn-lt"/>
              </a:rPr>
              <a:t>Pays for cost incurred to complete the contractual obligations of a directly contracted subcontractor or supplier caused by a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01820"/>
                </a:solidFill>
                <a:effectLst/>
                <a:uLnTx/>
                <a:uFillTx/>
                <a:latin typeface="Century Gothic" panose="020F0302020204030204"/>
                <a:ea typeface="+mn-lt"/>
                <a:cs typeface="+mn-lt"/>
              </a:rPr>
              <a:t>default of performance</a:t>
            </a:r>
            <a:endParaRPr lang="en-US" dirty="0">
              <a:ea typeface="+mn-lt"/>
              <a:cs typeface="+mn-lt"/>
            </a:endParaRPr>
          </a:p>
          <a:p>
            <a:pPr>
              <a:lnSpc>
                <a:spcPct val="120000"/>
              </a:lnSpc>
            </a:pPr>
            <a:r>
              <a:rPr lang="en-US" dirty="0">
                <a:ea typeface="+mn-lt"/>
                <a:cs typeface="+mn-lt"/>
              </a:rPr>
              <a:t>Coverage includes limits for “indirect costs” incurred as a result of subcontractor or supplier default.  “Indirect Costs” include, but are not limited to, liquidated damages, job acceleration and extended overhead</a:t>
            </a:r>
          </a:p>
          <a:p>
            <a:pPr>
              <a:lnSpc>
                <a:spcPct val="120000"/>
              </a:lnSpc>
            </a:pPr>
            <a:r>
              <a:rPr lang="en-US" dirty="0">
                <a:ea typeface="+mn-lt"/>
                <a:cs typeface="+mn-lt"/>
              </a:rPr>
              <a:t>A claim is triggered by the insured general contractor notifying the insurance carrier of a duly executed default of performance per the terms of an executed subcontract or purchase order</a:t>
            </a:r>
          </a:p>
          <a:p>
            <a:pPr>
              <a:lnSpc>
                <a:spcPct val="120000"/>
              </a:lnSpc>
            </a:pPr>
            <a:r>
              <a:rPr lang="en-US" dirty="0">
                <a:ea typeface="+mn-lt"/>
                <a:cs typeface="+mn-lt"/>
              </a:rPr>
              <a:t>The coverage is subject to a per loss deductible as well as a co-insurance percentage of the loss (usually ≥ $500K per loss and 10% to 20% of a designated layer, ex. losses up to $5,000,000 above the deductible)</a:t>
            </a:r>
          </a:p>
          <a:p>
            <a:pPr>
              <a:lnSpc>
                <a:spcPct val="120000"/>
              </a:lnSpc>
            </a:pPr>
            <a:r>
              <a:rPr lang="en-US" dirty="0">
                <a:ea typeface="+mn-lt"/>
                <a:cs typeface="+mn-lt"/>
              </a:rPr>
              <a:t>Limits are purchased on annually and most policies are structured on an project-by-project “enrollment” basis to provide coverage for specific projects as coverage is desired </a:t>
            </a:r>
          </a:p>
          <a:p>
            <a:pPr>
              <a:lnSpc>
                <a:spcPct val="120000"/>
              </a:lnSpc>
            </a:pPr>
            <a:endParaRPr lang="en-US" dirty="0">
              <a:ea typeface="+mn-lt"/>
              <a:cs typeface="+mn-lt"/>
            </a:endParaRPr>
          </a:p>
          <a:p>
            <a:pPr>
              <a:buNone/>
            </a:pP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608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5A1B4-E69E-0D4C-B1C7-7CBC1FEE7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ea typeface="+mj-lt"/>
                <a:cs typeface="+mj-lt"/>
              </a:rPr>
              <a:t>Benefits of SDI Coverage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9C53F-EC57-0349-B08D-93AE71C39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5C382-C9E4-BC46-B843-849713CF50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EPIC INSURANCE BROKERS &amp; CONSULTANTS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26DE638-B050-734A-9F69-BE39E4B88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67969"/>
            <a:ext cx="11625086" cy="4681328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R="0" lvl="0">
              <a:lnSpc>
                <a:spcPct val="150000"/>
              </a:lnSpc>
              <a:spcBef>
                <a:spcPts val="955"/>
              </a:spcBef>
              <a:spcAft>
                <a:spcPts val="0"/>
              </a:spcAft>
              <a:buSzPts val="1100"/>
              <a:buFont typeface="Wingdings" panose="05000000000000000000" pitchFamily="2" charset="2"/>
              <a:buChar char="Ø"/>
              <a:tabLst>
                <a:tab pos="635000" algn="l"/>
              </a:tabLst>
            </a:pP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Helps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minimize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project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delays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due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to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subcontractor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and supplier </a:t>
            </a:r>
            <a:r>
              <a:rPr lang="en-US" sz="2200" spc="-1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failures</a:t>
            </a:r>
            <a:endParaRPr lang="en-US" sz="2200" dirty="0">
              <a:effectLst/>
              <a:latin typeface="Century Gothic" panose="020B0502020202020204" pitchFamily="34" charset="0"/>
              <a:ea typeface="Wingdings" panose="05000000000000000000" pitchFamily="2" charset="2"/>
              <a:cs typeface="Wingdings" panose="05000000000000000000" pitchFamily="2" charset="2"/>
            </a:endParaRPr>
          </a:p>
          <a:p>
            <a:pPr marR="0" lvl="0">
              <a:lnSpc>
                <a:spcPct val="150000"/>
              </a:lnSpc>
              <a:spcBef>
                <a:spcPts val="15"/>
              </a:spcBef>
              <a:spcAft>
                <a:spcPts val="0"/>
              </a:spcAft>
              <a:buSzPts val="1100"/>
              <a:buFont typeface="Wingdings" panose="05000000000000000000" pitchFamily="2" charset="2"/>
              <a:buChar char="Ø"/>
              <a:tabLst>
                <a:tab pos="635000" algn="l"/>
              </a:tabLst>
            </a:pP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Pays</a:t>
            </a:r>
            <a:r>
              <a:rPr lang="en-US" sz="2200" spc="-3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for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losses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incurred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as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a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result</a:t>
            </a:r>
            <a:r>
              <a:rPr lang="en-US" sz="2200" spc="-3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72727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of</a:t>
            </a:r>
            <a:r>
              <a:rPr lang="en-US" sz="2200" spc="-30" dirty="0">
                <a:solidFill>
                  <a:srgbClr val="272727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replacing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a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defaulted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spc="-1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subcontractor</a:t>
            </a:r>
            <a:endParaRPr lang="en-US" sz="2200" dirty="0">
              <a:effectLst/>
              <a:latin typeface="Century Gothic" panose="020B0502020202020204" pitchFamily="34" charset="0"/>
              <a:ea typeface="Wingdings" panose="05000000000000000000" pitchFamily="2" charset="2"/>
              <a:cs typeface="Wingdings" panose="05000000000000000000" pitchFamily="2" charset="2"/>
            </a:endParaRPr>
          </a:p>
          <a:p>
            <a:pPr marR="0" lvl="0">
              <a:lnSpc>
                <a:spcPct val="150000"/>
              </a:lnSpc>
              <a:spcBef>
                <a:spcPts val="10"/>
              </a:spcBef>
              <a:spcAft>
                <a:spcPts val="0"/>
              </a:spcAft>
              <a:buSzPts val="1100"/>
              <a:buFont typeface="Wingdings" panose="05000000000000000000" pitchFamily="2" charset="2"/>
              <a:buChar char="Ø"/>
              <a:tabLst>
                <a:tab pos="635000" algn="l"/>
              </a:tabLst>
            </a:pP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Pays</a:t>
            </a:r>
            <a:r>
              <a:rPr lang="en-US" sz="2200" spc="-3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for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attorney</a:t>
            </a:r>
            <a:r>
              <a:rPr lang="en-US" sz="2200" spc="-3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fees,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experts,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etc.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needed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to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adjust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the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default 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loss</a:t>
            </a:r>
            <a:endParaRPr lang="en-US" sz="2200" dirty="0">
              <a:effectLst/>
              <a:latin typeface="Century Gothic" panose="020B0502020202020204" pitchFamily="34" charset="0"/>
              <a:ea typeface="Wingdings" panose="05000000000000000000" pitchFamily="2" charset="2"/>
              <a:cs typeface="Wingdings" panose="05000000000000000000" pitchFamily="2" charset="2"/>
            </a:endParaRPr>
          </a:p>
          <a:p>
            <a:pPr marR="0" lvl="0">
              <a:lnSpc>
                <a:spcPct val="150000"/>
              </a:lnSpc>
              <a:spcBef>
                <a:spcPts val="25"/>
              </a:spcBef>
              <a:spcAft>
                <a:spcPts val="0"/>
              </a:spcAft>
              <a:buSzPts val="1100"/>
              <a:buFont typeface="Wingdings" panose="05000000000000000000" pitchFamily="2" charset="2"/>
              <a:buChar char="Ø"/>
              <a:tabLst>
                <a:tab pos="635000" algn="l"/>
              </a:tabLst>
            </a:pPr>
            <a:r>
              <a:rPr lang="en-US" sz="2200" dirty="0">
                <a:solidFill>
                  <a:srgbClr val="292929"/>
                </a:solidFill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Competitive to t</a:t>
            </a:r>
            <a:r>
              <a:rPr lang="en-US" sz="2200" dirty="0">
                <a:solidFill>
                  <a:srgbClr val="272727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he</a:t>
            </a:r>
            <a:r>
              <a:rPr lang="en-US" sz="2200" spc="-30" dirty="0">
                <a:solidFill>
                  <a:srgbClr val="272727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cost</a:t>
            </a:r>
            <a:r>
              <a:rPr lang="en-US" sz="2200" spc="-3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of</a:t>
            </a:r>
            <a:r>
              <a:rPr lang="en-US" sz="2200" spc="-3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using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subcontractor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spc="-1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bonds while providing a much greater level of protection to keep the project on budget and on schedule</a:t>
            </a:r>
            <a:endParaRPr lang="en-US" sz="2200" dirty="0">
              <a:effectLst/>
              <a:latin typeface="Century Gothic" panose="020B0502020202020204" pitchFamily="34" charset="0"/>
              <a:ea typeface="Wingdings" panose="05000000000000000000" pitchFamily="2" charset="2"/>
              <a:cs typeface="Wingdings" panose="05000000000000000000" pitchFamily="2" charset="2"/>
            </a:endParaRPr>
          </a:p>
          <a:p>
            <a:pPr marR="0" lvl="0">
              <a:lnSpc>
                <a:spcPct val="150000"/>
              </a:lnSpc>
              <a:spcBef>
                <a:spcPts val="35"/>
              </a:spcBef>
              <a:spcAft>
                <a:spcPts val="0"/>
              </a:spcAft>
              <a:buSzPts val="1100"/>
              <a:buFont typeface="Wingdings" panose="05000000000000000000" pitchFamily="2" charset="2"/>
              <a:buChar char="Ø"/>
              <a:tabLst>
                <a:tab pos="635000" algn="l"/>
              </a:tabLst>
            </a:pP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Pays</a:t>
            </a:r>
            <a:r>
              <a:rPr lang="en-US" sz="2200" spc="-3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for</a:t>
            </a:r>
            <a:r>
              <a:rPr lang="en-US" sz="2200" spc="-3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overtime</a:t>
            </a:r>
            <a:r>
              <a:rPr lang="en-US" sz="2200" spc="-25" dirty="0">
                <a:solidFill>
                  <a:srgbClr val="292929"/>
                </a:solidFill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, resequencing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or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acceleration</a:t>
            </a:r>
            <a:r>
              <a:rPr lang="en-US" sz="2200" spc="-3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costs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to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make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up</a:t>
            </a:r>
            <a:r>
              <a:rPr lang="en-US" sz="2200" spc="-3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spc="-1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schedule</a:t>
            </a:r>
            <a:endParaRPr lang="en-US" sz="2200" dirty="0">
              <a:effectLst/>
              <a:latin typeface="Century Gothic" panose="020B0502020202020204" pitchFamily="34" charset="0"/>
              <a:ea typeface="Wingdings" panose="05000000000000000000" pitchFamily="2" charset="2"/>
              <a:cs typeface="Wingdings" panose="05000000000000000000" pitchFamily="2" charset="2"/>
            </a:endParaRPr>
          </a:p>
          <a:p>
            <a:pPr marR="0" lvl="0">
              <a:lnSpc>
                <a:spcPct val="150000"/>
              </a:lnSpc>
              <a:spcBef>
                <a:spcPts val="30"/>
              </a:spcBef>
              <a:spcAft>
                <a:spcPts val="0"/>
              </a:spcAft>
              <a:buSzPts val="1100"/>
              <a:buFont typeface="Wingdings" panose="05000000000000000000" pitchFamily="2" charset="2"/>
              <a:buChar char="Ø"/>
              <a:tabLst>
                <a:tab pos="635000" algn="l"/>
              </a:tabLst>
            </a:pP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Pays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for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cost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to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fix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corrective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work</a:t>
            </a:r>
            <a:r>
              <a:rPr lang="en-US" sz="2200" spc="-1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of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defaulted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spc="-1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subcontractor</a:t>
            </a:r>
            <a:endParaRPr lang="en-US" sz="2200" dirty="0">
              <a:effectLst/>
              <a:latin typeface="Century Gothic" panose="020B0502020202020204" pitchFamily="34" charset="0"/>
              <a:ea typeface="Wingdings" panose="05000000000000000000" pitchFamily="2" charset="2"/>
              <a:cs typeface="Wingdings" panose="05000000000000000000" pitchFamily="2" charset="2"/>
            </a:endParaRPr>
          </a:p>
          <a:p>
            <a:pPr marR="0" lv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Font typeface="Wingdings" panose="05000000000000000000" pitchFamily="2" charset="2"/>
              <a:buChar char="Ø"/>
              <a:tabLst>
                <a:tab pos="635000" algn="l"/>
              </a:tabLst>
            </a:pP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Pays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for</a:t>
            </a:r>
            <a:r>
              <a:rPr lang="en-US" sz="2200" spc="-2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suppliers</a:t>
            </a:r>
            <a:r>
              <a:rPr lang="en-US" sz="2200" spc="-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who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were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not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paid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by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directly contracted /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defaulted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spc="-1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subcontractor</a:t>
            </a:r>
            <a:endParaRPr lang="en-US" sz="2200" dirty="0">
              <a:effectLst/>
              <a:latin typeface="Century Gothic" panose="020B0502020202020204" pitchFamily="34" charset="0"/>
              <a:ea typeface="Wingdings" panose="05000000000000000000" pitchFamily="2" charset="2"/>
              <a:cs typeface="Wingdings" panose="05000000000000000000" pitchFamily="2" charset="2"/>
            </a:endParaRPr>
          </a:p>
          <a:p>
            <a:pPr marR="481330" lvl="0">
              <a:lnSpc>
                <a:spcPct val="150000"/>
              </a:lnSpc>
              <a:spcBef>
                <a:spcPts val="15"/>
              </a:spcBef>
              <a:spcAft>
                <a:spcPts val="0"/>
              </a:spcAft>
              <a:buSzPts val="1100"/>
              <a:buFont typeface="Wingdings" panose="05000000000000000000" pitchFamily="2" charset="2"/>
              <a:buChar char="Ø"/>
              <a:tabLst>
                <a:tab pos="635000" algn="l"/>
              </a:tabLst>
            </a:pP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Pays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for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liens,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tax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72727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responsibilities,</a:t>
            </a:r>
            <a:r>
              <a:rPr lang="en-US" sz="2200" spc="-20" dirty="0">
                <a:solidFill>
                  <a:srgbClr val="272727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union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dues,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72727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etc.</a:t>
            </a:r>
            <a:r>
              <a:rPr lang="en-US" sz="2200" spc="-20" dirty="0">
                <a:solidFill>
                  <a:srgbClr val="272727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associated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with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the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project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due</a:t>
            </a:r>
            <a:r>
              <a:rPr lang="en-US" sz="2200" spc="-2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to</a:t>
            </a:r>
            <a:r>
              <a:rPr lang="en-US" sz="2200" spc="-1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the</a:t>
            </a:r>
            <a:r>
              <a:rPr lang="en-US" sz="2200" spc="-15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 </a:t>
            </a:r>
            <a:r>
              <a:rPr lang="en-US" sz="220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defaulted </a:t>
            </a:r>
            <a:r>
              <a:rPr lang="en-US" sz="2200" spc="-10" dirty="0">
                <a:solidFill>
                  <a:srgbClr val="292929"/>
                </a:solidFill>
                <a:effectLst/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subcontractor</a:t>
            </a:r>
          </a:p>
          <a:p>
            <a:pPr marR="481330" lvl="0">
              <a:lnSpc>
                <a:spcPct val="150000"/>
              </a:lnSpc>
              <a:spcBef>
                <a:spcPts val="15"/>
              </a:spcBef>
              <a:spcAft>
                <a:spcPts val="0"/>
              </a:spcAft>
              <a:buSzPts val="1100"/>
              <a:buFont typeface="Wingdings" panose="05000000000000000000" pitchFamily="2" charset="2"/>
              <a:buChar char="Ø"/>
              <a:tabLst>
                <a:tab pos="635000" algn="l"/>
              </a:tabLst>
            </a:pPr>
            <a:r>
              <a:rPr lang="en-US" sz="2200" spc="-10" dirty="0">
                <a:solidFill>
                  <a:srgbClr val="292929"/>
                </a:solidFill>
                <a:latin typeface="Century Gothic" panose="020B0502020202020204" pitchFamily="34" charset="0"/>
                <a:ea typeface="Wingdings" panose="05000000000000000000" pitchFamily="2" charset="2"/>
                <a:cs typeface="Wingdings" panose="05000000000000000000" pitchFamily="2" charset="2"/>
              </a:rPr>
              <a:t>Coverage controlled by the general contractor not the surety for the defaulted sub or supplier</a:t>
            </a:r>
            <a:endParaRPr lang="en-US" sz="2200" dirty="0">
              <a:effectLst/>
              <a:latin typeface="Century Gothic" panose="020B0502020202020204" pitchFamily="34" charset="0"/>
              <a:ea typeface="Wingdings" panose="05000000000000000000" pitchFamily="2" charset="2"/>
              <a:cs typeface="Wingdings" panose="05000000000000000000" pitchFamily="2" charset="2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329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30F59-8675-AA4C-8FE2-5239209F1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SDI Costs and Project Charges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6C639-649B-8D4B-AEF3-FF4160535D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The two elements of SDI coverage costs consist of carrier cost (i.e., insurance charges) and funding for potentials losses (i.e., loss fund)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Given the significant retentions required under SDI programs, a large portion of the charge to Owners is funding for potential losses (usually 70% of the overall charge).  Rarely will a single project generate enough loss fund dollars to satisfy even a single loss; thereby necessitating a loss fund charge to each project to accumulate funds over a portfolio of projects.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example to the right represents a 1.5% SDI charge and the respective loss fund and insurance charge components  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56A055C5-545C-5F48-89EC-0245B1D26E5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034795740"/>
              </p:ext>
            </p:extLst>
          </p:nvPr>
        </p:nvGraphicFramePr>
        <p:xfrm>
          <a:off x="6261100" y="1087438"/>
          <a:ext cx="5668963" cy="49545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082B77-8A2C-8646-A071-F9C946E7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28CA3B-7A90-BB4D-B74C-073245BD4E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EPIC INSURANCE BROKERS &amp; CONSULTANTS</a:t>
            </a:r>
          </a:p>
        </p:txBody>
      </p:sp>
    </p:spTree>
    <p:extLst>
      <p:ext uri="{BB962C8B-B14F-4D97-AF65-F5344CB8AC3E}">
        <p14:creationId xmlns:p14="http://schemas.microsoft.com/office/powerpoint/2010/main" val="2110980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D53C5-515D-401E-8D74-D4A3611B4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Subcontractor Bonds vs. SDI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7CA86A1-5483-42E2-90C5-5BFAF1894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F507-5BE0-AD45-B8C0-F7B01F444CE4}" type="slidenum">
              <a:rPr lang="en-US" smtClean="0"/>
              <a:t>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8F7F16-E8A4-44ED-82C4-9893FC9858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EPIC INSURANCE BROKERS &amp; CONSULTANTS</a:t>
            </a:r>
          </a:p>
        </p:txBody>
      </p:sp>
      <p:graphicFrame>
        <p:nvGraphicFramePr>
          <p:cNvPr id="13" name="Object 12">
            <a:extLst>
              <a:ext uri="{FF2B5EF4-FFF2-40B4-BE49-F238E27FC236}">
                <a16:creationId xmlns:a16="http://schemas.microsoft.com/office/drawing/2014/main" id="{7ECEC8BB-E2A9-4423-8CC1-518CBB6ADB9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6143442"/>
              </p:ext>
            </p:extLst>
          </p:nvPr>
        </p:nvGraphicFramePr>
        <p:xfrm>
          <a:off x="1036320" y="1111250"/>
          <a:ext cx="9960864" cy="496580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" name="Document" r:id="rId3" imgW="8470326" imgH="4633934" progId="Word.Document.12">
                  <p:embed/>
                </p:oleObj>
              </mc:Choice>
              <mc:Fallback>
                <p:oleObj name="Document" r:id="rId3" imgW="8470326" imgH="4633934" progId="Word.Documen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36320" y="1111250"/>
                        <a:ext cx="9960864" cy="496580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311638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PIC Refreshed Brand 2020 1">
      <a:dk1>
        <a:srgbClr val="101820"/>
      </a:dk1>
      <a:lt1>
        <a:srgbClr val="FFFFFF"/>
      </a:lt1>
      <a:dk2>
        <a:srgbClr val="003B5C"/>
      </a:dk2>
      <a:lt2>
        <a:srgbClr val="FFFFFF"/>
      </a:lt2>
      <a:accent1>
        <a:srgbClr val="004B87"/>
      </a:accent1>
      <a:accent2>
        <a:srgbClr val="FFBF3F"/>
      </a:accent2>
      <a:accent3>
        <a:srgbClr val="535659"/>
      </a:accent3>
      <a:accent4>
        <a:srgbClr val="888B8D"/>
      </a:accent4>
      <a:accent5>
        <a:srgbClr val="005EB8"/>
      </a:accent5>
      <a:accent6>
        <a:srgbClr val="C8C9C7"/>
      </a:accent6>
      <a:hlink>
        <a:srgbClr val="004B87"/>
      </a:hlink>
      <a:folHlink>
        <a:srgbClr val="004B87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4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0d834828-4a42-4467-a1af-66e88b560871">X6C5PRF4TK7V-1491509451-126081</_dlc_DocId>
    <_dlc_DocIdUrl xmlns="0d834828-4a42-4467-a1af-66e88b560871">
      <Url>https://edgewoodpartnerinsuranc1.sharepoint.com/sites/MarketingFileShare/_layouts/15/DocIdRedir.aspx?ID=X6C5PRF4TK7V-1491509451-126081</Url>
      <Description>X6C5PRF4TK7V-1491509451-126081</Description>
    </_dlc_DocIdUrl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AF9E25377BF2848800BB1E17F71FE1E" ma:contentTypeVersion="13" ma:contentTypeDescription="Create a new document." ma:contentTypeScope="" ma:versionID="5f306d5fa07088d7ea6e9c07fcbe1a6a">
  <xsd:schema xmlns:xsd="http://www.w3.org/2001/XMLSchema" xmlns:xs="http://www.w3.org/2001/XMLSchema" xmlns:p="http://schemas.microsoft.com/office/2006/metadata/properties" xmlns:ns2="0d834828-4a42-4467-a1af-66e88b560871" xmlns:ns3="fc8c8bd0-849d-4033-b80e-e6b349f0a245" targetNamespace="http://schemas.microsoft.com/office/2006/metadata/properties" ma:root="true" ma:fieldsID="86b3f4d804d6538d55e4127caf5a2504" ns2:_="" ns3:_="">
    <xsd:import namespace="0d834828-4a42-4467-a1af-66e88b560871"/>
    <xsd:import namespace="fc8c8bd0-849d-4033-b80e-e6b349f0a245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2:SharedWithUsers" minOccurs="0"/>
                <xsd:element ref="ns2:SharedWithDetails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d834828-4a42-4467-a1af-66e88b560871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c8c8bd0-849d-4033-b80e-e6b349f0a2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2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3877F4B-917D-4F76-AF58-2E6B9778B748}">
  <ds:schemaRefs>
    <ds:schemaRef ds:uri="http://schemas.microsoft.com/office/2006/documentManagement/types"/>
    <ds:schemaRef ds:uri="http://purl.org/dc/dcmitype/"/>
    <ds:schemaRef ds:uri="http://purl.org/dc/elements/1.1/"/>
    <ds:schemaRef ds:uri="fc8c8bd0-849d-4033-b80e-e6b349f0a245"/>
    <ds:schemaRef ds:uri="http://schemas.microsoft.com/office/2006/metadata/properties"/>
    <ds:schemaRef ds:uri="0d834828-4a42-4467-a1af-66e88b560871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894D68-C139-4857-87BD-0BCB596CE1F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d834828-4a42-4467-a1af-66e88b560871"/>
    <ds:schemaRef ds:uri="fc8c8bd0-849d-4033-b80e-e6b349f0a2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4BD89E-93D0-4F1C-A23F-B5DAC368240E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4AC9D023-FA22-494C-BB5E-134EBEF0709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14331</TotalTime>
  <Words>545</Words>
  <Application>Microsoft Office PowerPoint</Application>
  <PresentationFormat>Widescreen</PresentationFormat>
  <Paragraphs>36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Century Gothic</vt:lpstr>
      <vt:lpstr>Wingdings</vt:lpstr>
      <vt:lpstr>Office Theme</vt:lpstr>
      <vt:lpstr>Microsoft Word Document</vt:lpstr>
      <vt:lpstr>Subcontractor Default Insurance (SDI)</vt:lpstr>
      <vt:lpstr>Elements of SDI Coverage</vt:lpstr>
      <vt:lpstr>Benefits of SDI Coverage</vt:lpstr>
      <vt:lpstr>SDI Costs and Project Charges</vt:lpstr>
      <vt:lpstr>Subcontractor Bonds vs. SDI</vt:lpstr>
    </vt:vector>
  </TitlesOfParts>
  <Manager/>
  <Company>EPIC Insurance Brokers &amp; Consultants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EPIC PowerPoint Presentation Template</dc:title>
  <dc:subject/>
  <dc:creator>Brian McDonnell</dc:creator>
  <cp:keywords/>
  <dc:description/>
  <cp:lastModifiedBy>Brian McDonnell</cp:lastModifiedBy>
  <cp:revision>67</cp:revision>
  <dcterms:created xsi:type="dcterms:W3CDTF">2020-06-22T15:44:25Z</dcterms:created>
  <dcterms:modified xsi:type="dcterms:W3CDTF">2022-04-25T21:12:50Z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0x0101002AF9E25377BF2848800BB1E17F71FE1E</vt:lpwstr>
  </property>
  <property fmtid="{D5CDD505-2E9C-101B-9397-08002B2CF9AE}" pid="3" name="Order">
    <vt:r8>500</vt:r8>
  </property>
  <property fmtid="{D5CDD505-2E9C-101B-9397-08002B2CF9AE}" pid="4" name="_dlc_DocIdItemGuid">
    <vt:lpwstr>14094eed-d435-4831-ac88-a16197959ac8</vt:lpwstr>
  </property>
</Properties>
</file>