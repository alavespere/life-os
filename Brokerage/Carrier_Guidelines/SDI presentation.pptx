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notesMasterIdLst>
    <p:notesMasterId r:id="rId18"/>
  </p:notesMasterIdLst>
  <p:handoutMasterIdLst>
    <p:handoutMasterId r:id="rId19"/>
  </p:handoutMasterIdLst>
  <p:sldIdLst>
    <p:sldId id="341" r:id="rId6"/>
    <p:sldId id="293" r:id="rId7"/>
    <p:sldId id="294" r:id="rId8"/>
    <p:sldId id="295" r:id="rId9"/>
    <p:sldId id="301" r:id="rId10"/>
    <p:sldId id="340" r:id="rId11"/>
    <p:sldId id="333" r:id="rId12"/>
    <p:sldId id="344" r:id="rId13"/>
    <p:sldId id="346" r:id="rId14"/>
    <p:sldId id="345" r:id="rId15"/>
    <p:sldId id="348" r:id="rId16"/>
    <p:sldId id="347" r:id="rId17"/>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4262"/>
    <a:srgbClr val="1870A0"/>
    <a:srgbClr val="33AAED"/>
    <a:srgbClr val="003B5C"/>
    <a:srgbClr val="004B8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85" autoAdjust="0"/>
    <p:restoredTop sz="93117" autoAdjust="0"/>
  </p:normalViewPr>
  <p:slideViewPr>
    <p:cSldViewPr snapToGrid="0" snapToObjects="1">
      <p:cViewPr varScale="1">
        <p:scale>
          <a:sx n="106" d="100"/>
          <a:sy n="106" d="100"/>
        </p:scale>
        <p:origin x="672" y="102"/>
      </p:cViewPr>
      <p:guideLst/>
    </p:cSldViewPr>
  </p:slideViewPr>
  <p:outlineViewPr>
    <p:cViewPr>
      <p:scale>
        <a:sx n="33" d="100"/>
        <a:sy n="33" d="100"/>
      </p:scale>
      <p:origin x="0" y="-8476"/>
    </p:cViewPr>
  </p:outlineViewPr>
  <p:notesTextViewPr>
    <p:cViewPr>
      <p:scale>
        <a:sx n="1" d="1"/>
        <a:sy n="1" d="1"/>
      </p:scale>
      <p:origin x="0" y="0"/>
    </p:cViewPr>
  </p:notesTextViewPr>
  <p:notesViewPr>
    <p:cSldViewPr snapToGrid="0" snapToObjects="1">
      <p:cViewPr varScale="1">
        <p:scale>
          <a:sx n="76" d="100"/>
          <a:sy n="76" d="100"/>
        </p:scale>
        <p:origin x="4144"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31CA9E8-59E8-49A5-B64E-0EDC0194CC05}"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B41B12C5-C7F8-4F81-B91F-87C0D0E92373}">
      <dgm:prSet custT="1"/>
      <dgm:spPr>
        <a:solidFill>
          <a:schemeClr val="accent1">
            <a:lumMod val="75000"/>
          </a:schemeClr>
        </a:solidFill>
      </dgm:spPr>
      <dgm:t>
        <a:bodyPr/>
        <a:lstStyle/>
        <a:p>
          <a:r>
            <a:rPr lang="en-US" sz="3200" dirty="0">
              <a:latin typeface="Calibri" panose="020F0502020204030204" pitchFamily="34" charset="0"/>
              <a:cs typeface="Calibri" panose="020F0502020204030204" pitchFamily="34" charset="0"/>
            </a:rPr>
            <a:t>GC’s need to have at least $60MM in subcontractor revenue.  They must hold the subcontract directly/at risk construction and they need to have the experience and processes to evaluate, manage, and mitigate risk</a:t>
          </a:r>
        </a:p>
      </dgm:t>
    </dgm:pt>
    <dgm:pt modelId="{C2FDE1B0-788E-4843-B535-9F4CA9A3938D}" type="parTrans" cxnId="{DB2DB175-3B99-48B6-BED2-EC487DA2F44A}">
      <dgm:prSet/>
      <dgm:spPr/>
      <dgm:t>
        <a:bodyPr/>
        <a:lstStyle/>
        <a:p>
          <a:endParaRPr lang="en-US" sz="3200">
            <a:latin typeface="Calibri" panose="020F0502020204030204" pitchFamily="34" charset="0"/>
            <a:cs typeface="Calibri" panose="020F0502020204030204" pitchFamily="34" charset="0"/>
          </a:endParaRPr>
        </a:p>
      </dgm:t>
    </dgm:pt>
    <dgm:pt modelId="{AD536A2D-9EB7-43B7-98E1-DEC887428418}" type="sibTrans" cxnId="{DB2DB175-3B99-48B6-BED2-EC487DA2F44A}">
      <dgm:prSet/>
      <dgm:spPr/>
      <dgm:t>
        <a:bodyPr/>
        <a:lstStyle/>
        <a:p>
          <a:endParaRPr lang="en-US" sz="3200">
            <a:latin typeface="Calibri" panose="020F0502020204030204" pitchFamily="34" charset="0"/>
            <a:cs typeface="Calibri" panose="020F0502020204030204" pitchFamily="34" charset="0"/>
          </a:endParaRPr>
        </a:p>
      </dgm:t>
    </dgm:pt>
    <dgm:pt modelId="{A34F0224-0F78-4F9D-B984-1DA9AE278E57}">
      <dgm:prSet custT="1"/>
      <dgm:spPr/>
      <dgm:t>
        <a:bodyPr/>
        <a:lstStyle/>
        <a:p>
          <a:r>
            <a:rPr lang="en-US" sz="3200" dirty="0">
              <a:latin typeface="Calibri" panose="020F0502020204030204" pitchFamily="34" charset="0"/>
              <a:cs typeface="Calibri" panose="020F0502020204030204" pitchFamily="34" charset="0"/>
            </a:rPr>
            <a:t>Criteria include financial strength, past performance, experience, expertise, and project processes and controls</a:t>
          </a:r>
        </a:p>
      </dgm:t>
    </dgm:pt>
    <dgm:pt modelId="{905D6EA6-74F4-4AA6-8165-18A9A010883A}" type="parTrans" cxnId="{E6A0F0DF-C665-4D54-9EDB-E23AC8CE3F6F}">
      <dgm:prSet/>
      <dgm:spPr/>
      <dgm:t>
        <a:bodyPr/>
        <a:lstStyle/>
        <a:p>
          <a:endParaRPr lang="en-US" sz="3200">
            <a:latin typeface="Calibri" panose="020F0502020204030204" pitchFamily="34" charset="0"/>
            <a:cs typeface="Calibri" panose="020F0502020204030204" pitchFamily="34" charset="0"/>
          </a:endParaRPr>
        </a:p>
      </dgm:t>
    </dgm:pt>
    <dgm:pt modelId="{E59F41B6-8FB5-483B-82B0-BC76727871D6}" type="sibTrans" cxnId="{E6A0F0DF-C665-4D54-9EDB-E23AC8CE3F6F}">
      <dgm:prSet/>
      <dgm:spPr/>
      <dgm:t>
        <a:bodyPr/>
        <a:lstStyle/>
        <a:p>
          <a:endParaRPr lang="en-US" sz="3200">
            <a:latin typeface="Calibri" panose="020F0502020204030204" pitchFamily="34" charset="0"/>
            <a:cs typeface="Calibri" panose="020F0502020204030204" pitchFamily="34" charset="0"/>
          </a:endParaRPr>
        </a:p>
      </dgm:t>
    </dgm:pt>
    <dgm:pt modelId="{DB7CA277-ABBD-4081-9B32-C629FA709922}" type="pres">
      <dgm:prSet presAssocID="{431CA9E8-59E8-49A5-B64E-0EDC0194CC05}" presName="linear" presStyleCnt="0">
        <dgm:presLayoutVars>
          <dgm:animLvl val="lvl"/>
          <dgm:resizeHandles val="exact"/>
        </dgm:presLayoutVars>
      </dgm:prSet>
      <dgm:spPr/>
    </dgm:pt>
    <dgm:pt modelId="{67A366CA-4C37-43E9-8AB7-806C0EC49A17}" type="pres">
      <dgm:prSet presAssocID="{B41B12C5-C7F8-4F81-B91F-87C0D0E92373}" presName="parentText" presStyleLbl="node1" presStyleIdx="0" presStyleCnt="2">
        <dgm:presLayoutVars>
          <dgm:chMax val="0"/>
          <dgm:bulletEnabled val="1"/>
        </dgm:presLayoutVars>
      </dgm:prSet>
      <dgm:spPr/>
    </dgm:pt>
    <dgm:pt modelId="{0F18F352-65EC-4FCD-ACD8-15FC4E4226F4}" type="pres">
      <dgm:prSet presAssocID="{AD536A2D-9EB7-43B7-98E1-DEC887428418}" presName="spacer" presStyleCnt="0"/>
      <dgm:spPr/>
    </dgm:pt>
    <dgm:pt modelId="{956D415A-8B09-4779-BCDA-5DF10354B8C8}" type="pres">
      <dgm:prSet presAssocID="{A34F0224-0F78-4F9D-B984-1DA9AE278E57}" presName="parentText" presStyleLbl="node1" presStyleIdx="1" presStyleCnt="2">
        <dgm:presLayoutVars>
          <dgm:chMax val="0"/>
          <dgm:bulletEnabled val="1"/>
        </dgm:presLayoutVars>
      </dgm:prSet>
      <dgm:spPr/>
    </dgm:pt>
  </dgm:ptLst>
  <dgm:cxnLst>
    <dgm:cxn modelId="{080C1349-8279-4EFF-9079-E69C91D9046B}" type="presOf" srcId="{B41B12C5-C7F8-4F81-B91F-87C0D0E92373}" destId="{67A366CA-4C37-43E9-8AB7-806C0EC49A17}" srcOrd="0" destOrd="0" presId="urn:microsoft.com/office/officeart/2005/8/layout/vList2"/>
    <dgm:cxn modelId="{DB2DB175-3B99-48B6-BED2-EC487DA2F44A}" srcId="{431CA9E8-59E8-49A5-B64E-0EDC0194CC05}" destId="{B41B12C5-C7F8-4F81-B91F-87C0D0E92373}" srcOrd="0" destOrd="0" parTransId="{C2FDE1B0-788E-4843-B535-9F4CA9A3938D}" sibTransId="{AD536A2D-9EB7-43B7-98E1-DEC887428418}"/>
    <dgm:cxn modelId="{25A1B875-EB13-4F1E-BD40-AAA236AD7B87}" type="presOf" srcId="{431CA9E8-59E8-49A5-B64E-0EDC0194CC05}" destId="{DB7CA277-ABBD-4081-9B32-C629FA709922}" srcOrd="0" destOrd="0" presId="urn:microsoft.com/office/officeart/2005/8/layout/vList2"/>
    <dgm:cxn modelId="{E6A0F0DF-C665-4D54-9EDB-E23AC8CE3F6F}" srcId="{431CA9E8-59E8-49A5-B64E-0EDC0194CC05}" destId="{A34F0224-0F78-4F9D-B984-1DA9AE278E57}" srcOrd="1" destOrd="0" parTransId="{905D6EA6-74F4-4AA6-8165-18A9A010883A}" sibTransId="{E59F41B6-8FB5-483B-82B0-BC76727871D6}"/>
    <dgm:cxn modelId="{894382F2-162D-4687-B1D9-E0CA237E626A}" type="presOf" srcId="{A34F0224-0F78-4F9D-B984-1DA9AE278E57}" destId="{956D415A-8B09-4779-BCDA-5DF10354B8C8}" srcOrd="0" destOrd="0" presId="urn:microsoft.com/office/officeart/2005/8/layout/vList2"/>
    <dgm:cxn modelId="{11BBBA3F-AFF1-49CB-A9FB-410B8537D3D9}" type="presParOf" srcId="{DB7CA277-ABBD-4081-9B32-C629FA709922}" destId="{67A366CA-4C37-43E9-8AB7-806C0EC49A17}" srcOrd="0" destOrd="0" presId="urn:microsoft.com/office/officeart/2005/8/layout/vList2"/>
    <dgm:cxn modelId="{CBF3DFE0-F0D7-4070-B74B-3FDDFA7ED08E}" type="presParOf" srcId="{DB7CA277-ABBD-4081-9B32-C629FA709922}" destId="{0F18F352-65EC-4FCD-ACD8-15FC4E4226F4}" srcOrd="1" destOrd="0" presId="urn:microsoft.com/office/officeart/2005/8/layout/vList2"/>
    <dgm:cxn modelId="{C09E1A47-4799-4D21-8895-BB5E7F25E888}" type="presParOf" srcId="{DB7CA277-ABBD-4081-9B32-C629FA709922}" destId="{956D415A-8B09-4779-BCDA-5DF10354B8C8}"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9EC6606-DEB1-444B-82BD-8EC89888C3FE}"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0CD0EFB2-C22B-4B48-8B8D-0FA1829C5D7C}">
      <dgm:prSet/>
      <dgm:spPr/>
      <dgm:t>
        <a:bodyPr/>
        <a:lstStyle/>
        <a:p>
          <a:r>
            <a:rPr lang="en-US" b="1" dirty="0"/>
            <a:t>Financial</a:t>
          </a:r>
        </a:p>
      </dgm:t>
    </dgm:pt>
    <dgm:pt modelId="{BC7797AB-1C70-4BEC-8AB6-EC685F9987E8}" type="parTrans" cxnId="{B1BFC031-03D0-4E83-89B9-11943A4F7363}">
      <dgm:prSet/>
      <dgm:spPr/>
      <dgm:t>
        <a:bodyPr/>
        <a:lstStyle/>
        <a:p>
          <a:endParaRPr lang="en-US"/>
        </a:p>
      </dgm:t>
    </dgm:pt>
    <dgm:pt modelId="{C9FDF898-FA89-46D0-B505-0659777F0603}" type="sibTrans" cxnId="{B1BFC031-03D0-4E83-89B9-11943A4F7363}">
      <dgm:prSet/>
      <dgm:spPr/>
      <dgm:t>
        <a:bodyPr/>
        <a:lstStyle/>
        <a:p>
          <a:endParaRPr lang="en-US"/>
        </a:p>
      </dgm:t>
    </dgm:pt>
    <dgm:pt modelId="{EABD43BB-89F9-46E5-B5D7-434141569971}">
      <dgm:prSet/>
      <dgm:spPr/>
      <dgm:t>
        <a:bodyPr/>
        <a:lstStyle/>
        <a:p>
          <a:r>
            <a:rPr lang="en-US" dirty="0"/>
            <a:t>Working capital</a:t>
          </a:r>
        </a:p>
      </dgm:t>
    </dgm:pt>
    <dgm:pt modelId="{0E44C50C-11F1-4BF7-8F07-784A272FBDF6}" type="parTrans" cxnId="{D4996A9F-601E-44AD-BC06-CAFFE37E431B}">
      <dgm:prSet/>
      <dgm:spPr/>
      <dgm:t>
        <a:bodyPr/>
        <a:lstStyle/>
        <a:p>
          <a:endParaRPr lang="en-US"/>
        </a:p>
      </dgm:t>
    </dgm:pt>
    <dgm:pt modelId="{ED686ACB-9323-4DF3-8596-26B138C644B0}" type="sibTrans" cxnId="{D4996A9F-601E-44AD-BC06-CAFFE37E431B}">
      <dgm:prSet/>
      <dgm:spPr/>
      <dgm:t>
        <a:bodyPr/>
        <a:lstStyle/>
        <a:p>
          <a:endParaRPr lang="en-US"/>
        </a:p>
      </dgm:t>
    </dgm:pt>
    <dgm:pt modelId="{862DD41A-8C23-4C24-8DA1-3DEB79CE9F5F}">
      <dgm:prSet/>
      <dgm:spPr/>
      <dgm:t>
        <a:bodyPr/>
        <a:lstStyle/>
        <a:p>
          <a:r>
            <a:rPr lang="en-US" dirty="0"/>
            <a:t>Profitability </a:t>
          </a:r>
        </a:p>
      </dgm:t>
    </dgm:pt>
    <dgm:pt modelId="{63085A56-0678-414A-9DBB-1383FC2C18C3}" type="parTrans" cxnId="{4921BE34-C99F-4C7F-BC97-EF5BFFE8D74D}">
      <dgm:prSet/>
      <dgm:spPr/>
      <dgm:t>
        <a:bodyPr/>
        <a:lstStyle/>
        <a:p>
          <a:endParaRPr lang="en-US"/>
        </a:p>
      </dgm:t>
    </dgm:pt>
    <dgm:pt modelId="{550B66D0-8406-4929-A006-50D6EF58CA13}" type="sibTrans" cxnId="{4921BE34-C99F-4C7F-BC97-EF5BFFE8D74D}">
      <dgm:prSet/>
      <dgm:spPr/>
      <dgm:t>
        <a:bodyPr/>
        <a:lstStyle/>
        <a:p>
          <a:endParaRPr lang="en-US"/>
        </a:p>
      </dgm:t>
    </dgm:pt>
    <dgm:pt modelId="{382621C0-2A89-448E-8A0E-4F50C024B4D3}">
      <dgm:prSet/>
      <dgm:spPr/>
      <dgm:t>
        <a:bodyPr/>
        <a:lstStyle/>
        <a:p>
          <a:r>
            <a:rPr lang="en-US" dirty="0"/>
            <a:t>Credit</a:t>
          </a:r>
        </a:p>
      </dgm:t>
    </dgm:pt>
    <dgm:pt modelId="{EA0F6208-6DE1-4B09-B4BC-9D0CEDB24C21}" type="parTrans" cxnId="{A7AB0612-56C2-4D9A-B054-8E153A9A212C}">
      <dgm:prSet/>
      <dgm:spPr/>
      <dgm:t>
        <a:bodyPr/>
        <a:lstStyle/>
        <a:p>
          <a:endParaRPr lang="en-US"/>
        </a:p>
      </dgm:t>
    </dgm:pt>
    <dgm:pt modelId="{C2FB2D66-BF2D-4C03-9ED4-99816E4A7022}" type="sibTrans" cxnId="{A7AB0612-56C2-4D9A-B054-8E153A9A212C}">
      <dgm:prSet/>
      <dgm:spPr/>
      <dgm:t>
        <a:bodyPr/>
        <a:lstStyle/>
        <a:p>
          <a:endParaRPr lang="en-US"/>
        </a:p>
      </dgm:t>
    </dgm:pt>
    <dgm:pt modelId="{0FD0A194-6C40-41E1-B88F-5B3F564BA80A}">
      <dgm:prSet/>
      <dgm:spPr/>
      <dgm:t>
        <a:bodyPr/>
        <a:lstStyle/>
        <a:p>
          <a:r>
            <a:rPr lang="en-US" dirty="0"/>
            <a:t>Backlog </a:t>
          </a:r>
        </a:p>
      </dgm:t>
    </dgm:pt>
    <dgm:pt modelId="{D55716E0-1FD5-4C17-A117-79F9F475FAA0}" type="parTrans" cxnId="{AF6F1F90-BE56-4AA4-9BA1-1890A02EAD87}">
      <dgm:prSet/>
      <dgm:spPr/>
      <dgm:t>
        <a:bodyPr/>
        <a:lstStyle/>
        <a:p>
          <a:endParaRPr lang="en-US"/>
        </a:p>
      </dgm:t>
    </dgm:pt>
    <dgm:pt modelId="{554A1D19-E85A-47D8-9EA3-CF1D352F0798}" type="sibTrans" cxnId="{AF6F1F90-BE56-4AA4-9BA1-1890A02EAD87}">
      <dgm:prSet/>
      <dgm:spPr/>
      <dgm:t>
        <a:bodyPr/>
        <a:lstStyle/>
        <a:p>
          <a:endParaRPr lang="en-US"/>
        </a:p>
      </dgm:t>
    </dgm:pt>
    <dgm:pt modelId="{A15127A3-E8F3-4087-A017-BCEA823341C2}">
      <dgm:prSet/>
      <dgm:spPr/>
      <dgm:t>
        <a:bodyPr/>
        <a:lstStyle/>
        <a:p>
          <a:r>
            <a:rPr lang="en-US" b="1" dirty="0"/>
            <a:t>Safety</a:t>
          </a:r>
        </a:p>
      </dgm:t>
    </dgm:pt>
    <dgm:pt modelId="{5303A96D-4AAC-4FEC-ACF2-63CAD6E9E9A5}" type="parTrans" cxnId="{E823483C-FEA8-4289-B2C4-50D9991433D6}">
      <dgm:prSet/>
      <dgm:spPr/>
      <dgm:t>
        <a:bodyPr/>
        <a:lstStyle/>
        <a:p>
          <a:endParaRPr lang="en-US"/>
        </a:p>
      </dgm:t>
    </dgm:pt>
    <dgm:pt modelId="{EA39A18E-4F3E-4DA6-8474-19CEA686A223}" type="sibTrans" cxnId="{E823483C-FEA8-4289-B2C4-50D9991433D6}">
      <dgm:prSet/>
      <dgm:spPr/>
      <dgm:t>
        <a:bodyPr/>
        <a:lstStyle/>
        <a:p>
          <a:endParaRPr lang="en-US"/>
        </a:p>
      </dgm:t>
    </dgm:pt>
    <dgm:pt modelId="{DD6BBCBE-8508-433E-8D17-7B3783F8C69A}">
      <dgm:prSet/>
      <dgm:spPr/>
      <dgm:t>
        <a:bodyPr/>
        <a:lstStyle/>
        <a:p>
          <a:r>
            <a:rPr lang="en-US" dirty="0"/>
            <a:t>EMR</a:t>
          </a:r>
        </a:p>
      </dgm:t>
    </dgm:pt>
    <dgm:pt modelId="{153C103A-934A-4A6F-8158-122444322721}" type="parTrans" cxnId="{07F3D9F8-0759-4E35-BC61-7C3729A8D5B7}">
      <dgm:prSet/>
      <dgm:spPr/>
      <dgm:t>
        <a:bodyPr/>
        <a:lstStyle/>
        <a:p>
          <a:endParaRPr lang="en-US"/>
        </a:p>
      </dgm:t>
    </dgm:pt>
    <dgm:pt modelId="{D7719DD3-08AE-4535-B070-B18F22332138}" type="sibTrans" cxnId="{07F3D9F8-0759-4E35-BC61-7C3729A8D5B7}">
      <dgm:prSet/>
      <dgm:spPr/>
      <dgm:t>
        <a:bodyPr/>
        <a:lstStyle/>
        <a:p>
          <a:endParaRPr lang="en-US"/>
        </a:p>
      </dgm:t>
    </dgm:pt>
    <dgm:pt modelId="{12528C1A-F56F-470F-841A-0F000D331669}">
      <dgm:prSet/>
      <dgm:spPr/>
      <dgm:t>
        <a:bodyPr/>
        <a:lstStyle/>
        <a:p>
          <a:r>
            <a:rPr lang="en-US" dirty="0"/>
            <a:t>Recordable incidents</a:t>
          </a:r>
        </a:p>
      </dgm:t>
    </dgm:pt>
    <dgm:pt modelId="{3B98ADCB-55AF-47FC-A947-F66DC3D347A9}" type="parTrans" cxnId="{EE2BA653-EFDB-4D74-A0A7-1EE31EAFE930}">
      <dgm:prSet/>
      <dgm:spPr/>
      <dgm:t>
        <a:bodyPr/>
        <a:lstStyle/>
        <a:p>
          <a:endParaRPr lang="en-US"/>
        </a:p>
      </dgm:t>
    </dgm:pt>
    <dgm:pt modelId="{952D09DA-BA06-4101-BE7B-68E45DC6C80E}" type="sibTrans" cxnId="{EE2BA653-EFDB-4D74-A0A7-1EE31EAFE930}">
      <dgm:prSet/>
      <dgm:spPr/>
      <dgm:t>
        <a:bodyPr/>
        <a:lstStyle/>
        <a:p>
          <a:endParaRPr lang="en-US"/>
        </a:p>
      </dgm:t>
    </dgm:pt>
    <dgm:pt modelId="{9A46FB27-BB26-4A25-AF50-BF2F537C97EF}">
      <dgm:prSet/>
      <dgm:spPr/>
      <dgm:t>
        <a:bodyPr/>
        <a:lstStyle/>
        <a:p>
          <a:r>
            <a:rPr lang="en-US" b="1" dirty="0"/>
            <a:t>Performance History</a:t>
          </a:r>
        </a:p>
      </dgm:t>
    </dgm:pt>
    <dgm:pt modelId="{84255E31-274A-4D0D-A7B0-4A3F4A50F480}" type="parTrans" cxnId="{34C82527-04A5-4EAB-8BF9-5A9B155E9740}">
      <dgm:prSet/>
      <dgm:spPr/>
      <dgm:t>
        <a:bodyPr/>
        <a:lstStyle/>
        <a:p>
          <a:endParaRPr lang="en-US"/>
        </a:p>
      </dgm:t>
    </dgm:pt>
    <dgm:pt modelId="{83DD7EFF-9A77-4D3A-AD7D-4B7148498C8E}" type="sibTrans" cxnId="{34C82527-04A5-4EAB-8BF9-5A9B155E9740}">
      <dgm:prSet/>
      <dgm:spPr/>
      <dgm:t>
        <a:bodyPr/>
        <a:lstStyle/>
        <a:p>
          <a:endParaRPr lang="en-US"/>
        </a:p>
      </dgm:t>
    </dgm:pt>
    <dgm:pt modelId="{3D7F8F89-4AD6-4487-BAAD-B1DEBD19DA6C}">
      <dgm:prSet/>
      <dgm:spPr/>
      <dgm:t>
        <a:bodyPr/>
        <a:lstStyle/>
        <a:p>
          <a:r>
            <a:rPr lang="en-US" dirty="0"/>
            <a:t>Defaults, terminations </a:t>
          </a:r>
        </a:p>
      </dgm:t>
    </dgm:pt>
    <dgm:pt modelId="{A9E34138-C2F8-4988-9613-AB0F8B121A4C}" type="parTrans" cxnId="{C9437A2E-6D1B-4E6D-A4D2-23CCEF24BB7D}">
      <dgm:prSet/>
      <dgm:spPr/>
      <dgm:t>
        <a:bodyPr/>
        <a:lstStyle/>
        <a:p>
          <a:endParaRPr lang="en-US"/>
        </a:p>
      </dgm:t>
    </dgm:pt>
    <dgm:pt modelId="{01848709-C812-472A-B3A1-260B0D66347B}" type="sibTrans" cxnId="{C9437A2E-6D1B-4E6D-A4D2-23CCEF24BB7D}">
      <dgm:prSet/>
      <dgm:spPr/>
      <dgm:t>
        <a:bodyPr/>
        <a:lstStyle/>
        <a:p>
          <a:endParaRPr lang="en-US"/>
        </a:p>
      </dgm:t>
    </dgm:pt>
    <dgm:pt modelId="{4BD835E4-EF33-4BDF-9D91-1089E938A129}">
      <dgm:prSet/>
      <dgm:spPr/>
      <dgm:t>
        <a:bodyPr/>
        <a:lstStyle/>
        <a:p>
          <a:r>
            <a:rPr lang="en-US" dirty="0"/>
            <a:t>Litigation</a:t>
          </a:r>
        </a:p>
      </dgm:t>
    </dgm:pt>
    <dgm:pt modelId="{33FA22D9-2C2B-40CB-92B1-5FF0FF41F81B}" type="parTrans" cxnId="{2A989CF8-AD43-47A7-96E5-316F23E8CD8F}">
      <dgm:prSet/>
      <dgm:spPr/>
      <dgm:t>
        <a:bodyPr/>
        <a:lstStyle/>
        <a:p>
          <a:endParaRPr lang="en-US"/>
        </a:p>
      </dgm:t>
    </dgm:pt>
    <dgm:pt modelId="{A24D7E10-BEA4-4385-AD68-32749FE5B0E1}" type="sibTrans" cxnId="{2A989CF8-AD43-47A7-96E5-316F23E8CD8F}">
      <dgm:prSet/>
      <dgm:spPr/>
      <dgm:t>
        <a:bodyPr/>
        <a:lstStyle/>
        <a:p>
          <a:endParaRPr lang="en-US"/>
        </a:p>
      </dgm:t>
    </dgm:pt>
    <dgm:pt modelId="{04577192-96EC-4E93-AAC5-0D6D3A378D80}">
      <dgm:prSet/>
      <dgm:spPr/>
      <dgm:t>
        <a:bodyPr/>
        <a:lstStyle/>
        <a:p>
          <a:r>
            <a:rPr lang="en-US" dirty="0"/>
            <a:t>References</a:t>
          </a:r>
        </a:p>
      </dgm:t>
    </dgm:pt>
    <dgm:pt modelId="{8B074E9D-F3FA-42C4-848B-2A100B6C4607}" type="parTrans" cxnId="{2AEB79E1-E973-4635-834F-1E91034DC4AD}">
      <dgm:prSet/>
      <dgm:spPr/>
      <dgm:t>
        <a:bodyPr/>
        <a:lstStyle/>
        <a:p>
          <a:endParaRPr lang="en-US"/>
        </a:p>
      </dgm:t>
    </dgm:pt>
    <dgm:pt modelId="{40DD6C68-AF07-4057-92E5-1421079FC3B7}" type="sibTrans" cxnId="{2AEB79E1-E973-4635-834F-1E91034DC4AD}">
      <dgm:prSet/>
      <dgm:spPr/>
      <dgm:t>
        <a:bodyPr/>
        <a:lstStyle/>
        <a:p>
          <a:endParaRPr lang="en-US"/>
        </a:p>
      </dgm:t>
    </dgm:pt>
    <dgm:pt modelId="{F5217C2A-6EB0-4A16-A003-FE33B1CA8B20}">
      <dgm:prSet/>
      <dgm:spPr/>
      <dgm:t>
        <a:bodyPr/>
        <a:lstStyle/>
        <a:p>
          <a:r>
            <a:rPr lang="en-US" b="1" dirty="0"/>
            <a:t>Insurance</a:t>
          </a:r>
        </a:p>
      </dgm:t>
    </dgm:pt>
    <dgm:pt modelId="{2497754E-2201-4EE7-9588-5018A466329C}" type="parTrans" cxnId="{4367FC58-F483-467F-8366-A5952391C894}">
      <dgm:prSet/>
      <dgm:spPr/>
      <dgm:t>
        <a:bodyPr/>
        <a:lstStyle/>
        <a:p>
          <a:endParaRPr lang="en-US"/>
        </a:p>
      </dgm:t>
    </dgm:pt>
    <dgm:pt modelId="{15D20CA1-CC7F-401F-9D96-A85B5666518C}" type="sibTrans" cxnId="{4367FC58-F483-467F-8366-A5952391C894}">
      <dgm:prSet/>
      <dgm:spPr/>
      <dgm:t>
        <a:bodyPr/>
        <a:lstStyle/>
        <a:p>
          <a:endParaRPr lang="en-US"/>
        </a:p>
      </dgm:t>
    </dgm:pt>
    <dgm:pt modelId="{5BFD8DEE-FAA6-437D-B0D4-5DFAAEE56F14}">
      <dgm:prSet/>
      <dgm:spPr/>
      <dgm:t>
        <a:bodyPr/>
        <a:lstStyle/>
        <a:p>
          <a:r>
            <a:rPr lang="en-US" dirty="0"/>
            <a:t>Coverages, limits</a:t>
          </a:r>
        </a:p>
      </dgm:t>
    </dgm:pt>
    <dgm:pt modelId="{D338F4B0-944D-4BD0-92F3-CD3A71AE1E0C}" type="parTrans" cxnId="{929408DA-2B1D-4BA4-B8B5-45FE92495654}">
      <dgm:prSet/>
      <dgm:spPr/>
      <dgm:t>
        <a:bodyPr/>
        <a:lstStyle/>
        <a:p>
          <a:endParaRPr lang="en-US"/>
        </a:p>
      </dgm:t>
    </dgm:pt>
    <dgm:pt modelId="{6FE34634-4109-464F-9A70-C17E8424BB19}" type="sibTrans" cxnId="{929408DA-2B1D-4BA4-B8B5-45FE92495654}">
      <dgm:prSet/>
      <dgm:spPr/>
      <dgm:t>
        <a:bodyPr/>
        <a:lstStyle/>
        <a:p>
          <a:endParaRPr lang="en-US"/>
        </a:p>
      </dgm:t>
    </dgm:pt>
    <dgm:pt modelId="{DC18B2DC-6D9A-4493-8896-418CD41AD8FB}">
      <dgm:prSet/>
      <dgm:spPr/>
      <dgm:t>
        <a:bodyPr/>
        <a:lstStyle/>
        <a:p>
          <a:r>
            <a:rPr lang="en-US" dirty="0"/>
            <a:t>Carriers</a:t>
          </a:r>
        </a:p>
      </dgm:t>
    </dgm:pt>
    <dgm:pt modelId="{F100B302-5D01-47A4-8788-4341889F4473}" type="parTrans" cxnId="{241C1A5E-752A-4FAD-99AD-3312F505D2D6}">
      <dgm:prSet/>
      <dgm:spPr/>
      <dgm:t>
        <a:bodyPr/>
        <a:lstStyle/>
        <a:p>
          <a:endParaRPr lang="en-US"/>
        </a:p>
      </dgm:t>
    </dgm:pt>
    <dgm:pt modelId="{90486538-99D7-473F-A1EA-71EB33C11E81}" type="sibTrans" cxnId="{241C1A5E-752A-4FAD-99AD-3312F505D2D6}">
      <dgm:prSet/>
      <dgm:spPr/>
      <dgm:t>
        <a:bodyPr/>
        <a:lstStyle/>
        <a:p>
          <a:endParaRPr lang="en-US"/>
        </a:p>
      </dgm:t>
    </dgm:pt>
    <dgm:pt modelId="{2D3C3393-CD6C-43EE-B97A-13A6ECDFC4EB}">
      <dgm:prSet/>
      <dgm:spPr/>
      <dgm:t>
        <a:bodyPr/>
        <a:lstStyle/>
        <a:p>
          <a:r>
            <a:rPr lang="en-US" dirty="0"/>
            <a:t>Bonding capacity</a:t>
          </a:r>
        </a:p>
      </dgm:t>
    </dgm:pt>
    <dgm:pt modelId="{00B1E315-D792-44CB-BE2C-CFE355D2213B}" type="parTrans" cxnId="{BC4DB889-79B2-4CA4-8789-E33B60E1C661}">
      <dgm:prSet/>
      <dgm:spPr/>
      <dgm:t>
        <a:bodyPr/>
        <a:lstStyle/>
        <a:p>
          <a:endParaRPr lang="en-US"/>
        </a:p>
      </dgm:t>
    </dgm:pt>
    <dgm:pt modelId="{6CC7A7C0-3BF0-422C-847D-ED3DBE763608}" type="sibTrans" cxnId="{BC4DB889-79B2-4CA4-8789-E33B60E1C661}">
      <dgm:prSet/>
      <dgm:spPr/>
      <dgm:t>
        <a:bodyPr/>
        <a:lstStyle/>
        <a:p>
          <a:endParaRPr lang="en-US"/>
        </a:p>
      </dgm:t>
    </dgm:pt>
    <dgm:pt modelId="{2EF385B5-5A84-415D-A812-84AF278DCF4F}">
      <dgm:prSet/>
      <dgm:spPr/>
      <dgm:t>
        <a:bodyPr/>
        <a:lstStyle/>
        <a:p>
          <a:r>
            <a:rPr lang="en-US" b="1" dirty="0"/>
            <a:t>Company</a:t>
          </a:r>
        </a:p>
      </dgm:t>
    </dgm:pt>
    <dgm:pt modelId="{834BA781-A37C-47F3-AE44-DEAC4F9AA22E}" type="parTrans" cxnId="{EDE3D65A-A7DF-4BD5-8A0C-D9024D095B0A}">
      <dgm:prSet/>
      <dgm:spPr/>
      <dgm:t>
        <a:bodyPr/>
        <a:lstStyle/>
        <a:p>
          <a:endParaRPr lang="en-US"/>
        </a:p>
      </dgm:t>
    </dgm:pt>
    <dgm:pt modelId="{97785CA2-875A-4D1F-872A-F32DEF2242EA}" type="sibTrans" cxnId="{EDE3D65A-A7DF-4BD5-8A0C-D9024D095B0A}">
      <dgm:prSet/>
      <dgm:spPr/>
      <dgm:t>
        <a:bodyPr/>
        <a:lstStyle/>
        <a:p>
          <a:endParaRPr lang="en-US"/>
        </a:p>
      </dgm:t>
    </dgm:pt>
    <dgm:pt modelId="{1D951C5A-90A0-417E-B4EE-52F5642ED5CF}">
      <dgm:prSet/>
      <dgm:spPr/>
      <dgm:t>
        <a:bodyPr/>
        <a:lstStyle/>
        <a:p>
          <a:r>
            <a:rPr lang="en-US" dirty="0"/>
            <a:t>Ownership</a:t>
          </a:r>
        </a:p>
      </dgm:t>
    </dgm:pt>
    <dgm:pt modelId="{E1A631A4-391A-4E2A-81F6-445B5B4D26BF}" type="parTrans" cxnId="{A1F86D8E-7E52-48B5-9218-7577F585AB9F}">
      <dgm:prSet/>
      <dgm:spPr/>
      <dgm:t>
        <a:bodyPr/>
        <a:lstStyle/>
        <a:p>
          <a:endParaRPr lang="en-US"/>
        </a:p>
      </dgm:t>
    </dgm:pt>
    <dgm:pt modelId="{28BA5DF6-F559-46AE-81B8-B2C1FD616E1B}" type="sibTrans" cxnId="{A1F86D8E-7E52-48B5-9218-7577F585AB9F}">
      <dgm:prSet/>
      <dgm:spPr/>
      <dgm:t>
        <a:bodyPr/>
        <a:lstStyle/>
        <a:p>
          <a:endParaRPr lang="en-US"/>
        </a:p>
      </dgm:t>
    </dgm:pt>
    <dgm:pt modelId="{4BB9A95E-8A23-49FB-9039-314182337DF0}">
      <dgm:prSet/>
      <dgm:spPr/>
      <dgm:t>
        <a:bodyPr/>
        <a:lstStyle/>
        <a:p>
          <a:r>
            <a:rPr lang="en-US" dirty="0"/>
            <a:t>History</a:t>
          </a:r>
        </a:p>
      </dgm:t>
    </dgm:pt>
    <dgm:pt modelId="{DE9832A4-0A3D-4097-B2BC-DE475D0F23F7}" type="parTrans" cxnId="{8476B720-5517-463D-8B78-48F44B0349CC}">
      <dgm:prSet/>
      <dgm:spPr/>
      <dgm:t>
        <a:bodyPr/>
        <a:lstStyle/>
        <a:p>
          <a:endParaRPr lang="en-US"/>
        </a:p>
      </dgm:t>
    </dgm:pt>
    <dgm:pt modelId="{B8803119-B9C1-4553-8235-7916846C8F0A}" type="sibTrans" cxnId="{8476B720-5517-463D-8B78-48F44B0349CC}">
      <dgm:prSet/>
      <dgm:spPr/>
      <dgm:t>
        <a:bodyPr/>
        <a:lstStyle/>
        <a:p>
          <a:endParaRPr lang="en-US"/>
        </a:p>
      </dgm:t>
    </dgm:pt>
    <dgm:pt modelId="{ED29438A-C1BE-4DEE-8083-9646739BF994}">
      <dgm:prSet/>
      <dgm:spPr/>
      <dgm:t>
        <a:bodyPr/>
        <a:lstStyle/>
        <a:p>
          <a:r>
            <a:rPr lang="en-US" dirty="0"/>
            <a:t>Markets</a:t>
          </a:r>
        </a:p>
      </dgm:t>
    </dgm:pt>
    <dgm:pt modelId="{E662F0FC-ABB6-44F5-843D-156175441338}" type="parTrans" cxnId="{162F9951-D8C1-43F1-9965-79634B48AE40}">
      <dgm:prSet/>
      <dgm:spPr/>
      <dgm:t>
        <a:bodyPr/>
        <a:lstStyle/>
        <a:p>
          <a:endParaRPr lang="en-US"/>
        </a:p>
      </dgm:t>
    </dgm:pt>
    <dgm:pt modelId="{E3DC5F6F-595E-4C12-AD2A-04CBB747FC6A}" type="sibTrans" cxnId="{162F9951-D8C1-43F1-9965-79634B48AE40}">
      <dgm:prSet/>
      <dgm:spPr/>
      <dgm:t>
        <a:bodyPr/>
        <a:lstStyle/>
        <a:p>
          <a:endParaRPr lang="en-US"/>
        </a:p>
      </dgm:t>
    </dgm:pt>
    <dgm:pt modelId="{4BB9B208-6411-49E2-97FB-357E3FFA1143}">
      <dgm:prSet/>
      <dgm:spPr/>
      <dgm:t>
        <a:bodyPr/>
        <a:lstStyle/>
        <a:p>
          <a:r>
            <a:rPr lang="en-US" dirty="0"/>
            <a:t>Licenses</a:t>
          </a:r>
        </a:p>
      </dgm:t>
    </dgm:pt>
    <dgm:pt modelId="{B234F660-26C1-4687-A71C-4C71E79D090F}" type="parTrans" cxnId="{9483F883-66F8-4BD1-8729-152AA4B4B221}">
      <dgm:prSet/>
      <dgm:spPr/>
      <dgm:t>
        <a:bodyPr/>
        <a:lstStyle/>
        <a:p>
          <a:endParaRPr lang="en-US"/>
        </a:p>
      </dgm:t>
    </dgm:pt>
    <dgm:pt modelId="{BCCFFB6F-2296-49F8-AB62-E45F3BC3F8C4}" type="sibTrans" cxnId="{9483F883-66F8-4BD1-8729-152AA4B4B221}">
      <dgm:prSet/>
      <dgm:spPr/>
      <dgm:t>
        <a:bodyPr/>
        <a:lstStyle/>
        <a:p>
          <a:endParaRPr lang="en-US"/>
        </a:p>
      </dgm:t>
    </dgm:pt>
    <dgm:pt modelId="{CA695E1D-DA49-46C9-A116-6AE47BCA0C03}" type="pres">
      <dgm:prSet presAssocID="{B9EC6606-DEB1-444B-82BD-8EC89888C3FE}" presName="diagram" presStyleCnt="0">
        <dgm:presLayoutVars>
          <dgm:dir/>
          <dgm:resizeHandles val="exact"/>
        </dgm:presLayoutVars>
      </dgm:prSet>
      <dgm:spPr/>
    </dgm:pt>
    <dgm:pt modelId="{47A0F180-28F3-4914-B111-5A572FC5AF5C}" type="pres">
      <dgm:prSet presAssocID="{0CD0EFB2-C22B-4B48-8B8D-0FA1829C5D7C}" presName="node" presStyleLbl="node1" presStyleIdx="0" presStyleCnt="5">
        <dgm:presLayoutVars>
          <dgm:bulletEnabled val="1"/>
        </dgm:presLayoutVars>
      </dgm:prSet>
      <dgm:spPr/>
    </dgm:pt>
    <dgm:pt modelId="{CB40B736-DF6A-4A4F-98D8-8B3A037B1DFA}" type="pres">
      <dgm:prSet presAssocID="{C9FDF898-FA89-46D0-B505-0659777F0603}" presName="sibTrans" presStyleCnt="0"/>
      <dgm:spPr/>
    </dgm:pt>
    <dgm:pt modelId="{7B02154B-74E6-498C-B109-ED69ACD6B7C5}" type="pres">
      <dgm:prSet presAssocID="{A15127A3-E8F3-4087-A017-BCEA823341C2}" presName="node" presStyleLbl="node1" presStyleIdx="1" presStyleCnt="5">
        <dgm:presLayoutVars>
          <dgm:bulletEnabled val="1"/>
        </dgm:presLayoutVars>
      </dgm:prSet>
      <dgm:spPr/>
    </dgm:pt>
    <dgm:pt modelId="{2BFB198C-2E73-464D-920C-0F9D74664A41}" type="pres">
      <dgm:prSet presAssocID="{EA39A18E-4F3E-4DA6-8474-19CEA686A223}" presName="sibTrans" presStyleCnt="0"/>
      <dgm:spPr/>
    </dgm:pt>
    <dgm:pt modelId="{27B38814-A0C8-4296-A0F9-9D8CB892A559}" type="pres">
      <dgm:prSet presAssocID="{9A46FB27-BB26-4A25-AF50-BF2F537C97EF}" presName="node" presStyleLbl="node1" presStyleIdx="2" presStyleCnt="5">
        <dgm:presLayoutVars>
          <dgm:bulletEnabled val="1"/>
        </dgm:presLayoutVars>
      </dgm:prSet>
      <dgm:spPr/>
    </dgm:pt>
    <dgm:pt modelId="{DC0CFFB8-D36C-43BB-8FA3-A895B8256C93}" type="pres">
      <dgm:prSet presAssocID="{83DD7EFF-9A77-4D3A-AD7D-4B7148498C8E}" presName="sibTrans" presStyleCnt="0"/>
      <dgm:spPr/>
    </dgm:pt>
    <dgm:pt modelId="{1F5B4F0E-9035-4361-94ED-E716350AE202}" type="pres">
      <dgm:prSet presAssocID="{F5217C2A-6EB0-4A16-A003-FE33B1CA8B20}" presName="node" presStyleLbl="node1" presStyleIdx="3" presStyleCnt="5">
        <dgm:presLayoutVars>
          <dgm:bulletEnabled val="1"/>
        </dgm:presLayoutVars>
      </dgm:prSet>
      <dgm:spPr/>
    </dgm:pt>
    <dgm:pt modelId="{5793CF76-B6F7-4691-A2E9-E69373BBE53F}" type="pres">
      <dgm:prSet presAssocID="{15D20CA1-CC7F-401F-9D96-A85B5666518C}" presName="sibTrans" presStyleCnt="0"/>
      <dgm:spPr/>
    </dgm:pt>
    <dgm:pt modelId="{F6771CFC-03FF-46B7-B31D-95318C4BCB56}" type="pres">
      <dgm:prSet presAssocID="{2EF385B5-5A84-415D-A812-84AF278DCF4F}" presName="node" presStyleLbl="node1" presStyleIdx="4" presStyleCnt="5">
        <dgm:presLayoutVars>
          <dgm:bulletEnabled val="1"/>
        </dgm:presLayoutVars>
      </dgm:prSet>
      <dgm:spPr/>
    </dgm:pt>
  </dgm:ptLst>
  <dgm:cxnLst>
    <dgm:cxn modelId="{C859AE0E-3540-4326-85C7-FDAE27E88CFA}" type="presOf" srcId="{12528C1A-F56F-470F-841A-0F000D331669}" destId="{7B02154B-74E6-498C-B109-ED69ACD6B7C5}" srcOrd="0" destOrd="2" presId="urn:microsoft.com/office/officeart/2005/8/layout/default"/>
    <dgm:cxn modelId="{2881B811-361D-49B2-9DFB-B8C272E35CB6}" type="presOf" srcId="{2D3C3393-CD6C-43EE-B97A-13A6ECDFC4EB}" destId="{1F5B4F0E-9035-4361-94ED-E716350AE202}" srcOrd="0" destOrd="3" presId="urn:microsoft.com/office/officeart/2005/8/layout/default"/>
    <dgm:cxn modelId="{A7AB0612-56C2-4D9A-B054-8E153A9A212C}" srcId="{0CD0EFB2-C22B-4B48-8B8D-0FA1829C5D7C}" destId="{382621C0-2A89-448E-8A0E-4F50C024B4D3}" srcOrd="2" destOrd="0" parTransId="{EA0F6208-6DE1-4B09-B4BC-9D0CEDB24C21}" sibTransId="{C2FB2D66-BF2D-4C03-9ED4-99816E4A7022}"/>
    <dgm:cxn modelId="{8476B720-5517-463D-8B78-48F44B0349CC}" srcId="{2EF385B5-5A84-415D-A812-84AF278DCF4F}" destId="{4BB9A95E-8A23-49FB-9039-314182337DF0}" srcOrd="1" destOrd="0" parTransId="{DE9832A4-0A3D-4097-B2BC-DE475D0F23F7}" sibTransId="{B8803119-B9C1-4553-8235-7916846C8F0A}"/>
    <dgm:cxn modelId="{34C82527-04A5-4EAB-8BF9-5A9B155E9740}" srcId="{B9EC6606-DEB1-444B-82BD-8EC89888C3FE}" destId="{9A46FB27-BB26-4A25-AF50-BF2F537C97EF}" srcOrd="2" destOrd="0" parTransId="{84255E31-274A-4D0D-A7B0-4A3F4A50F480}" sibTransId="{83DD7EFF-9A77-4D3A-AD7D-4B7148498C8E}"/>
    <dgm:cxn modelId="{880F7A2B-F286-468A-A56E-87A6D94C2048}" type="presOf" srcId="{DD6BBCBE-8508-433E-8D17-7B3783F8C69A}" destId="{7B02154B-74E6-498C-B109-ED69ACD6B7C5}" srcOrd="0" destOrd="1" presId="urn:microsoft.com/office/officeart/2005/8/layout/default"/>
    <dgm:cxn modelId="{20C59E2C-748A-42E6-A401-2B7B558FA824}" type="presOf" srcId="{0CD0EFB2-C22B-4B48-8B8D-0FA1829C5D7C}" destId="{47A0F180-28F3-4914-B111-5A572FC5AF5C}" srcOrd="0" destOrd="0" presId="urn:microsoft.com/office/officeart/2005/8/layout/default"/>
    <dgm:cxn modelId="{C9437A2E-6D1B-4E6D-A4D2-23CCEF24BB7D}" srcId="{9A46FB27-BB26-4A25-AF50-BF2F537C97EF}" destId="{3D7F8F89-4AD6-4487-BAAD-B1DEBD19DA6C}" srcOrd="0" destOrd="0" parTransId="{A9E34138-C2F8-4988-9613-AB0F8B121A4C}" sibTransId="{01848709-C812-472A-B3A1-260B0D66347B}"/>
    <dgm:cxn modelId="{B1BFC031-03D0-4E83-89B9-11943A4F7363}" srcId="{B9EC6606-DEB1-444B-82BD-8EC89888C3FE}" destId="{0CD0EFB2-C22B-4B48-8B8D-0FA1829C5D7C}" srcOrd="0" destOrd="0" parTransId="{BC7797AB-1C70-4BEC-8AB6-EC685F9987E8}" sibTransId="{C9FDF898-FA89-46D0-B505-0659777F0603}"/>
    <dgm:cxn modelId="{60309B34-873C-428B-9952-5A88F1B88A00}" type="presOf" srcId="{4BB9B208-6411-49E2-97FB-357E3FFA1143}" destId="{F6771CFC-03FF-46B7-B31D-95318C4BCB56}" srcOrd="0" destOrd="4" presId="urn:microsoft.com/office/officeart/2005/8/layout/default"/>
    <dgm:cxn modelId="{4921BE34-C99F-4C7F-BC97-EF5BFFE8D74D}" srcId="{0CD0EFB2-C22B-4B48-8B8D-0FA1829C5D7C}" destId="{862DD41A-8C23-4C24-8DA1-3DEB79CE9F5F}" srcOrd="1" destOrd="0" parTransId="{63085A56-0678-414A-9DBB-1383FC2C18C3}" sibTransId="{550B66D0-8406-4929-A006-50D6EF58CA13}"/>
    <dgm:cxn modelId="{661B1035-0A9F-4A55-9167-618C373C7188}" type="presOf" srcId="{0FD0A194-6C40-41E1-B88F-5B3F564BA80A}" destId="{47A0F180-28F3-4914-B111-5A572FC5AF5C}" srcOrd="0" destOrd="4" presId="urn:microsoft.com/office/officeart/2005/8/layout/default"/>
    <dgm:cxn modelId="{E823483C-FEA8-4289-B2C4-50D9991433D6}" srcId="{B9EC6606-DEB1-444B-82BD-8EC89888C3FE}" destId="{A15127A3-E8F3-4087-A017-BCEA823341C2}" srcOrd="1" destOrd="0" parTransId="{5303A96D-4AAC-4FEC-ACF2-63CAD6E9E9A5}" sibTransId="{EA39A18E-4F3E-4DA6-8474-19CEA686A223}"/>
    <dgm:cxn modelId="{BA27AE3E-E2DF-4C3F-8FF9-8C4D319DFA95}" type="presOf" srcId="{EABD43BB-89F9-46E5-B5D7-434141569971}" destId="{47A0F180-28F3-4914-B111-5A572FC5AF5C}" srcOrd="0" destOrd="1" presId="urn:microsoft.com/office/officeart/2005/8/layout/default"/>
    <dgm:cxn modelId="{BF873E3F-2D9E-459C-BA17-F4EB57F362D2}" type="presOf" srcId="{5BFD8DEE-FAA6-437D-B0D4-5DFAAEE56F14}" destId="{1F5B4F0E-9035-4361-94ED-E716350AE202}" srcOrd="0" destOrd="1" presId="urn:microsoft.com/office/officeart/2005/8/layout/default"/>
    <dgm:cxn modelId="{A5B7AD5B-25ED-4AA6-A266-1858D2F9DCCF}" type="presOf" srcId="{F5217C2A-6EB0-4A16-A003-FE33B1CA8B20}" destId="{1F5B4F0E-9035-4361-94ED-E716350AE202}" srcOrd="0" destOrd="0" presId="urn:microsoft.com/office/officeart/2005/8/layout/default"/>
    <dgm:cxn modelId="{241C1A5E-752A-4FAD-99AD-3312F505D2D6}" srcId="{F5217C2A-6EB0-4A16-A003-FE33B1CA8B20}" destId="{DC18B2DC-6D9A-4493-8896-418CD41AD8FB}" srcOrd="1" destOrd="0" parTransId="{F100B302-5D01-47A4-8788-4341889F4473}" sibTransId="{90486538-99D7-473F-A1EA-71EB33C11E81}"/>
    <dgm:cxn modelId="{37343964-9080-42C9-9BDC-19E5A14C5C13}" type="presOf" srcId="{3D7F8F89-4AD6-4487-BAAD-B1DEBD19DA6C}" destId="{27B38814-A0C8-4296-A0F9-9D8CB892A559}" srcOrd="0" destOrd="1" presId="urn:microsoft.com/office/officeart/2005/8/layout/default"/>
    <dgm:cxn modelId="{AD01946C-A327-4F60-A4A1-A34EA26770F0}" type="presOf" srcId="{A15127A3-E8F3-4087-A017-BCEA823341C2}" destId="{7B02154B-74E6-498C-B109-ED69ACD6B7C5}" srcOrd="0" destOrd="0" presId="urn:microsoft.com/office/officeart/2005/8/layout/default"/>
    <dgm:cxn modelId="{4F8BC86F-4771-422A-AD7F-FD705FB06A46}" type="presOf" srcId="{04577192-96EC-4E93-AAC5-0D6D3A378D80}" destId="{27B38814-A0C8-4296-A0F9-9D8CB892A559}" srcOrd="0" destOrd="3" presId="urn:microsoft.com/office/officeart/2005/8/layout/default"/>
    <dgm:cxn modelId="{162F9951-D8C1-43F1-9965-79634B48AE40}" srcId="{2EF385B5-5A84-415D-A812-84AF278DCF4F}" destId="{ED29438A-C1BE-4DEE-8083-9646739BF994}" srcOrd="2" destOrd="0" parTransId="{E662F0FC-ABB6-44F5-843D-156175441338}" sibTransId="{E3DC5F6F-595E-4C12-AD2A-04CBB747FC6A}"/>
    <dgm:cxn modelId="{EE2BA653-EFDB-4D74-A0A7-1EE31EAFE930}" srcId="{A15127A3-E8F3-4087-A017-BCEA823341C2}" destId="{12528C1A-F56F-470F-841A-0F000D331669}" srcOrd="1" destOrd="0" parTransId="{3B98ADCB-55AF-47FC-A947-F66DC3D347A9}" sibTransId="{952D09DA-BA06-4101-BE7B-68E45DC6C80E}"/>
    <dgm:cxn modelId="{D7D4C974-3880-4B5C-8F6A-FCCA3B583CC3}" type="presOf" srcId="{DC18B2DC-6D9A-4493-8896-418CD41AD8FB}" destId="{1F5B4F0E-9035-4361-94ED-E716350AE202}" srcOrd="0" destOrd="2" presId="urn:microsoft.com/office/officeart/2005/8/layout/default"/>
    <dgm:cxn modelId="{A4BAAD76-1D2C-43B5-89B1-843C36277B8F}" type="presOf" srcId="{ED29438A-C1BE-4DEE-8083-9646739BF994}" destId="{F6771CFC-03FF-46B7-B31D-95318C4BCB56}" srcOrd="0" destOrd="3" presId="urn:microsoft.com/office/officeart/2005/8/layout/default"/>
    <dgm:cxn modelId="{4367FC58-F483-467F-8366-A5952391C894}" srcId="{B9EC6606-DEB1-444B-82BD-8EC89888C3FE}" destId="{F5217C2A-6EB0-4A16-A003-FE33B1CA8B20}" srcOrd="3" destOrd="0" parTransId="{2497754E-2201-4EE7-9588-5018A466329C}" sibTransId="{15D20CA1-CC7F-401F-9D96-A85B5666518C}"/>
    <dgm:cxn modelId="{EDE3D65A-A7DF-4BD5-8A0C-D9024D095B0A}" srcId="{B9EC6606-DEB1-444B-82BD-8EC89888C3FE}" destId="{2EF385B5-5A84-415D-A812-84AF278DCF4F}" srcOrd="4" destOrd="0" parTransId="{834BA781-A37C-47F3-AE44-DEAC4F9AA22E}" sibTransId="{97785CA2-875A-4D1F-872A-F32DEF2242EA}"/>
    <dgm:cxn modelId="{1FD6C880-64CF-451D-A3EF-39100429965A}" type="presOf" srcId="{1D951C5A-90A0-417E-B4EE-52F5642ED5CF}" destId="{F6771CFC-03FF-46B7-B31D-95318C4BCB56}" srcOrd="0" destOrd="1" presId="urn:microsoft.com/office/officeart/2005/8/layout/default"/>
    <dgm:cxn modelId="{98E43F82-9B20-4CAC-821E-9746170901B8}" type="presOf" srcId="{B9EC6606-DEB1-444B-82BD-8EC89888C3FE}" destId="{CA695E1D-DA49-46C9-A116-6AE47BCA0C03}" srcOrd="0" destOrd="0" presId="urn:microsoft.com/office/officeart/2005/8/layout/default"/>
    <dgm:cxn modelId="{9483F883-66F8-4BD1-8729-152AA4B4B221}" srcId="{2EF385B5-5A84-415D-A812-84AF278DCF4F}" destId="{4BB9B208-6411-49E2-97FB-357E3FFA1143}" srcOrd="3" destOrd="0" parTransId="{B234F660-26C1-4687-A71C-4C71E79D090F}" sibTransId="{BCCFFB6F-2296-49F8-AB62-E45F3BC3F8C4}"/>
    <dgm:cxn modelId="{BC4DB889-79B2-4CA4-8789-E33B60E1C661}" srcId="{F5217C2A-6EB0-4A16-A003-FE33B1CA8B20}" destId="{2D3C3393-CD6C-43EE-B97A-13A6ECDFC4EB}" srcOrd="2" destOrd="0" parTransId="{00B1E315-D792-44CB-BE2C-CFE355D2213B}" sibTransId="{6CC7A7C0-3BF0-422C-847D-ED3DBE763608}"/>
    <dgm:cxn modelId="{A1F86D8E-7E52-48B5-9218-7577F585AB9F}" srcId="{2EF385B5-5A84-415D-A812-84AF278DCF4F}" destId="{1D951C5A-90A0-417E-B4EE-52F5642ED5CF}" srcOrd="0" destOrd="0" parTransId="{E1A631A4-391A-4E2A-81F6-445B5B4D26BF}" sibTransId="{28BA5DF6-F559-46AE-81B8-B2C1FD616E1B}"/>
    <dgm:cxn modelId="{AF6F1F90-BE56-4AA4-9BA1-1890A02EAD87}" srcId="{0CD0EFB2-C22B-4B48-8B8D-0FA1829C5D7C}" destId="{0FD0A194-6C40-41E1-B88F-5B3F564BA80A}" srcOrd="3" destOrd="0" parTransId="{D55716E0-1FD5-4C17-A117-79F9F475FAA0}" sibTransId="{554A1D19-E85A-47D8-9EA3-CF1D352F0798}"/>
    <dgm:cxn modelId="{D4996A9F-601E-44AD-BC06-CAFFE37E431B}" srcId="{0CD0EFB2-C22B-4B48-8B8D-0FA1829C5D7C}" destId="{EABD43BB-89F9-46E5-B5D7-434141569971}" srcOrd="0" destOrd="0" parTransId="{0E44C50C-11F1-4BF7-8F07-784A272FBDF6}" sibTransId="{ED686ACB-9323-4DF3-8596-26B138C644B0}"/>
    <dgm:cxn modelId="{B76C1FA4-2332-48BD-AF1E-148FAA5F3628}" type="presOf" srcId="{2EF385B5-5A84-415D-A812-84AF278DCF4F}" destId="{F6771CFC-03FF-46B7-B31D-95318C4BCB56}" srcOrd="0" destOrd="0" presId="urn:microsoft.com/office/officeart/2005/8/layout/default"/>
    <dgm:cxn modelId="{CD8D5BB7-E8F4-4E10-B931-13506ED64B55}" type="presOf" srcId="{4BB9A95E-8A23-49FB-9039-314182337DF0}" destId="{F6771CFC-03FF-46B7-B31D-95318C4BCB56}" srcOrd="0" destOrd="2" presId="urn:microsoft.com/office/officeart/2005/8/layout/default"/>
    <dgm:cxn modelId="{BEFABCC8-8639-4CA6-98E7-931250788FA6}" type="presOf" srcId="{9A46FB27-BB26-4A25-AF50-BF2F537C97EF}" destId="{27B38814-A0C8-4296-A0F9-9D8CB892A559}" srcOrd="0" destOrd="0" presId="urn:microsoft.com/office/officeart/2005/8/layout/default"/>
    <dgm:cxn modelId="{0F9516CE-8D70-414D-8530-A086725DAC02}" type="presOf" srcId="{4BD835E4-EF33-4BDF-9D91-1089E938A129}" destId="{27B38814-A0C8-4296-A0F9-9D8CB892A559}" srcOrd="0" destOrd="2" presId="urn:microsoft.com/office/officeart/2005/8/layout/default"/>
    <dgm:cxn modelId="{1156E1D6-64B1-4132-BB16-BCDDB40FF9EF}" type="presOf" srcId="{862DD41A-8C23-4C24-8DA1-3DEB79CE9F5F}" destId="{47A0F180-28F3-4914-B111-5A572FC5AF5C}" srcOrd="0" destOrd="2" presId="urn:microsoft.com/office/officeart/2005/8/layout/default"/>
    <dgm:cxn modelId="{929408DA-2B1D-4BA4-B8B5-45FE92495654}" srcId="{F5217C2A-6EB0-4A16-A003-FE33B1CA8B20}" destId="{5BFD8DEE-FAA6-437D-B0D4-5DFAAEE56F14}" srcOrd="0" destOrd="0" parTransId="{D338F4B0-944D-4BD0-92F3-CD3A71AE1E0C}" sibTransId="{6FE34634-4109-464F-9A70-C17E8424BB19}"/>
    <dgm:cxn modelId="{2AEB79E1-E973-4635-834F-1E91034DC4AD}" srcId="{9A46FB27-BB26-4A25-AF50-BF2F537C97EF}" destId="{04577192-96EC-4E93-AAC5-0D6D3A378D80}" srcOrd="2" destOrd="0" parTransId="{8B074E9D-F3FA-42C4-848B-2A100B6C4607}" sibTransId="{40DD6C68-AF07-4057-92E5-1421079FC3B7}"/>
    <dgm:cxn modelId="{2A989CF8-AD43-47A7-96E5-316F23E8CD8F}" srcId="{9A46FB27-BB26-4A25-AF50-BF2F537C97EF}" destId="{4BD835E4-EF33-4BDF-9D91-1089E938A129}" srcOrd="1" destOrd="0" parTransId="{33FA22D9-2C2B-40CB-92B1-5FF0FF41F81B}" sibTransId="{A24D7E10-BEA4-4385-AD68-32749FE5B0E1}"/>
    <dgm:cxn modelId="{07F3D9F8-0759-4E35-BC61-7C3729A8D5B7}" srcId="{A15127A3-E8F3-4087-A017-BCEA823341C2}" destId="{DD6BBCBE-8508-433E-8D17-7B3783F8C69A}" srcOrd="0" destOrd="0" parTransId="{153C103A-934A-4A6F-8158-122444322721}" sibTransId="{D7719DD3-08AE-4535-B070-B18F22332138}"/>
    <dgm:cxn modelId="{E878ACFB-C870-4197-B7E6-66C2B0BF00F7}" type="presOf" srcId="{382621C0-2A89-448E-8A0E-4F50C024B4D3}" destId="{47A0F180-28F3-4914-B111-5A572FC5AF5C}" srcOrd="0" destOrd="3" presId="urn:microsoft.com/office/officeart/2005/8/layout/default"/>
    <dgm:cxn modelId="{F118194D-64D9-48BA-BBC9-E4787D337817}" type="presParOf" srcId="{CA695E1D-DA49-46C9-A116-6AE47BCA0C03}" destId="{47A0F180-28F3-4914-B111-5A572FC5AF5C}" srcOrd="0" destOrd="0" presId="urn:microsoft.com/office/officeart/2005/8/layout/default"/>
    <dgm:cxn modelId="{424116AB-1CE8-4B73-BCB2-87FCBA5A21A8}" type="presParOf" srcId="{CA695E1D-DA49-46C9-A116-6AE47BCA0C03}" destId="{CB40B736-DF6A-4A4F-98D8-8B3A037B1DFA}" srcOrd="1" destOrd="0" presId="urn:microsoft.com/office/officeart/2005/8/layout/default"/>
    <dgm:cxn modelId="{34C0E1DF-038E-4561-9265-7F29ECF67BF7}" type="presParOf" srcId="{CA695E1D-DA49-46C9-A116-6AE47BCA0C03}" destId="{7B02154B-74E6-498C-B109-ED69ACD6B7C5}" srcOrd="2" destOrd="0" presId="urn:microsoft.com/office/officeart/2005/8/layout/default"/>
    <dgm:cxn modelId="{35B49286-B8C9-49A0-B307-AD9082CC9AC5}" type="presParOf" srcId="{CA695E1D-DA49-46C9-A116-6AE47BCA0C03}" destId="{2BFB198C-2E73-464D-920C-0F9D74664A41}" srcOrd="3" destOrd="0" presId="urn:microsoft.com/office/officeart/2005/8/layout/default"/>
    <dgm:cxn modelId="{B64E2C4F-8F17-4F50-A9F8-0F5C0903D82D}" type="presParOf" srcId="{CA695E1D-DA49-46C9-A116-6AE47BCA0C03}" destId="{27B38814-A0C8-4296-A0F9-9D8CB892A559}" srcOrd="4" destOrd="0" presId="urn:microsoft.com/office/officeart/2005/8/layout/default"/>
    <dgm:cxn modelId="{4C88F1CA-00F1-4A2B-9C04-9E5083FA2330}" type="presParOf" srcId="{CA695E1D-DA49-46C9-A116-6AE47BCA0C03}" destId="{DC0CFFB8-D36C-43BB-8FA3-A895B8256C93}" srcOrd="5" destOrd="0" presId="urn:microsoft.com/office/officeart/2005/8/layout/default"/>
    <dgm:cxn modelId="{7A141E10-0F2A-44E3-939C-FFE1D8C3F592}" type="presParOf" srcId="{CA695E1D-DA49-46C9-A116-6AE47BCA0C03}" destId="{1F5B4F0E-9035-4361-94ED-E716350AE202}" srcOrd="6" destOrd="0" presId="urn:microsoft.com/office/officeart/2005/8/layout/default"/>
    <dgm:cxn modelId="{2EC174F8-D140-4058-9C69-BA37EE107FE1}" type="presParOf" srcId="{CA695E1D-DA49-46C9-A116-6AE47BCA0C03}" destId="{5793CF76-B6F7-4691-A2E9-E69373BBE53F}" srcOrd="7" destOrd="0" presId="urn:microsoft.com/office/officeart/2005/8/layout/default"/>
    <dgm:cxn modelId="{BB5567AD-9036-4F8C-9D25-14071A76718F}" type="presParOf" srcId="{CA695E1D-DA49-46C9-A116-6AE47BCA0C03}" destId="{F6771CFC-03FF-46B7-B31D-95318C4BCB56}"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A366CA-4C37-43E9-8AB7-806C0EC49A17}">
      <dsp:nvSpPr>
        <dsp:cNvPr id="0" name=""/>
        <dsp:cNvSpPr/>
      </dsp:nvSpPr>
      <dsp:spPr>
        <a:xfrm>
          <a:off x="0" y="1072"/>
          <a:ext cx="10515600" cy="2167790"/>
        </a:xfrm>
        <a:prstGeom prst="roundRect">
          <a:avLst/>
        </a:prstGeom>
        <a:solidFill>
          <a:schemeClr val="accent1">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latin typeface="Calibri" panose="020F0502020204030204" pitchFamily="34" charset="0"/>
              <a:cs typeface="Calibri" panose="020F0502020204030204" pitchFamily="34" charset="0"/>
            </a:rPr>
            <a:t>GC’s need to have at least $60MM in subcontractor revenue.  They must hold the subcontract directly/at risk construction and they need to have the experience and processes to evaluate, manage, and mitigate risk</a:t>
          </a:r>
        </a:p>
      </dsp:txBody>
      <dsp:txXfrm>
        <a:off x="105823" y="106895"/>
        <a:ext cx="10303954" cy="1956144"/>
      </dsp:txXfrm>
    </dsp:sp>
    <dsp:sp modelId="{956D415A-8B09-4779-BCDA-5DF10354B8C8}">
      <dsp:nvSpPr>
        <dsp:cNvPr id="0" name=""/>
        <dsp:cNvSpPr/>
      </dsp:nvSpPr>
      <dsp:spPr>
        <a:xfrm>
          <a:off x="0" y="2182475"/>
          <a:ext cx="10515600" cy="2167790"/>
        </a:xfrm>
        <a:prstGeom prst="roundRect">
          <a:avLst/>
        </a:prstGeom>
        <a:solidFill>
          <a:schemeClr val="accent2">
            <a:hueOff val="10199820"/>
            <a:satOff val="-96511"/>
            <a:lumOff val="-2862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latin typeface="Calibri" panose="020F0502020204030204" pitchFamily="34" charset="0"/>
              <a:cs typeface="Calibri" panose="020F0502020204030204" pitchFamily="34" charset="0"/>
            </a:rPr>
            <a:t>Criteria include financial strength, past performance, experience, expertise, and project processes and controls</a:t>
          </a:r>
        </a:p>
      </dsp:txBody>
      <dsp:txXfrm>
        <a:off x="105823" y="2288298"/>
        <a:ext cx="10303954" cy="19561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A0F180-28F3-4914-B111-5A572FC5AF5C}">
      <dsp:nvSpPr>
        <dsp:cNvPr id="0" name=""/>
        <dsp:cNvSpPr/>
      </dsp:nvSpPr>
      <dsp:spPr>
        <a:xfrm>
          <a:off x="54492" y="1456"/>
          <a:ext cx="3598781" cy="215926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1" kern="1200" dirty="0"/>
            <a:t>Financial</a:t>
          </a:r>
        </a:p>
        <a:p>
          <a:pPr marL="228600" lvl="1" indent="-228600" algn="l" defTabSz="933450">
            <a:lnSpc>
              <a:spcPct val="90000"/>
            </a:lnSpc>
            <a:spcBef>
              <a:spcPct val="0"/>
            </a:spcBef>
            <a:spcAft>
              <a:spcPct val="15000"/>
            </a:spcAft>
            <a:buChar char="•"/>
          </a:pPr>
          <a:r>
            <a:rPr lang="en-US" sz="2100" kern="1200" dirty="0"/>
            <a:t>Working capital</a:t>
          </a:r>
        </a:p>
        <a:p>
          <a:pPr marL="228600" lvl="1" indent="-228600" algn="l" defTabSz="933450">
            <a:lnSpc>
              <a:spcPct val="90000"/>
            </a:lnSpc>
            <a:spcBef>
              <a:spcPct val="0"/>
            </a:spcBef>
            <a:spcAft>
              <a:spcPct val="15000"/>
            </a:spcAft>
            <a:buChar char="•"/>
          </a:pPr>
          <a:r>
            <a:rPr lang="en-US" sz="2100" kern="1200" dirty="0"/>
            <a:t>Profitability </a:t>
          </a:r>
        </a:p>
        <a:p>
          <a:pPr marL="228600" lvl="1" indent="-228600" algn="l" defTabSz="933450">
            <a:lnSpc>
              <a:spcPct val="90000"/>
            </a:lnSpc>
            <a:spcBef>
              <a:spcPct val="0"/>
            </a:spcBef>
            <a:spcAft>
              <a:spcPct val="15000"/>
            </a:spcAft>
            <a:buChar char="•"/>
          </a:pPr>
          <a:r>
            <a:rPr lang="en-US" sz="2100" kern="1200" dirty="0"/>
            <a:t>Credit</a:t>
          </a:r>
        </a:p>
        <a:p>
          <a:pPr marL="228600" lvl="1" indent="-228600" algn="l" defTabSz="933450">
            <a:lnSpc>
              <a:spcPct val="90000"/>
            </a:lnSpc>
            <a:spcBef>
              <a:spcPct val="0"/>
            </a:spcBef>
            <a:spcAft>
              <a:spcPct val="15000"/>
            </a:spcAft>
            <a:buChar char="•"/>
          </a:pPr>
          <a:r>
            <a:rPr lang="en-US" sz="2100" kern="1200" dirty="0"/>
            <a:t>Backlog </a:t>
          </a:r>
        </a:p>
      </dsp:txBody>
      <dsp:txXfrm>
        <a:off x="54492" y="1456"/>
        <a:ext cx="3598781" cy="2159268"/>
      </dsp:txXfrm>
    </dsp:sp>
    <dsp:sp modelId="{7B02154B-74E6-498C-B109-ED69ACD6B7C5}">
      <dsp:nvSpPr>
        <dsp:cNvPr id="0" name=""/>
        <dsp:cNvSpPr/>
      </dsp:nvSpPr>
      <dsp:spPr>
        <a:xfrm>
          <a:off x="4013152" y="1456"/>
          <a:ext cx="3598781" cy="215926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1" kern="1200" dirty="0"/>
            <a:t>Safety</a:t>
          </a:r>
        </a:p>
        <a:p>
          <a:pPr marL="228600" lvl="1" indent="-228600" algn="l" defTabSz="933450">
            <a:lnSpc>
              <a:spcPct val="90000"/>
            </a:lnSpc>
            <a:spcBef>
              <a:spcPct val="0"/>
            </a:spcBef>
            <a:spcAft>
              <a:spcPct val="15000"/>
            </a:spcAft>
            <a:buChar char="•"/>
          </a:pPr>
          <a:r>
            <a:rPr lang="en-US" sz="2100" kern="1200" dirty="0"/>
            <a:t>EMR</a:t>
          </a:r>
        </a:p>
        <a:p>
          <a:pPr marL="228600" lvl="1" indent="-228600" algn="l" defTabSz="933450">
            <a:lnSpc>
              <a:spcPct val="90000"/>
            </a:lnSpc>
            <a:spcBef>
              <a:spcPct val="0"/>
            </a:spcBef>
            <a:spcAft>
              <a:spcPct val="15000"/>
            </a:spcAft>
            <a:buChar char="•"/>
          </a:pPr>
          <a:r>
            <a:rPr lang="en-US" sz="2100" kern="1200" dirty="0"/>
            <a:t>Recordable incidents</a:t>
          </a:r>
        </a:p>
      </dsp:txBody>
      <dsp:txXfrm>
        <a:off x="4013152" y="1456"/>
        <a:ext cx="3598781" cy="2159268"/>
      </dsp:txXfrm>
    </dsp:sp>
    <dsp:sp modelId="{27B38814-A0C8-4296-A0F9-9D8CB892A559}">
      <dsp:nvSpPr>
        <dsp:cNvPr id="0" name=""/>
        <dsp:cNvSpPr/>
      </dsp:nvSpPr>
      <dsp:spPr>
        <a:xfrm>
          <a:off x="7971811" y="1456"/>
          <a:ext cx="3598781" cy="215926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1" kern="1200" dirty="0"/>
            <a:t>Performance History</a:t>
          </a:r>
        </a:p>
        <a:p>
          <a:pPr marL="228600" lvl="1" indent="-228600" algn="l" defTabSz="933450">
            <a:lnSpc>
              <a:spcPct val="90000"/>
            </a:lnSpc>
            <a:spcBef>
              <a:spcPct val="0"/>
            </a:spcBef>
            <a:spcAft>
              <a:spcPct val="15000"/>
            </a:spcAft>
            <a:buChar char="•"/>
          </a:pPr>
          <a:r>
            <a:rPr lang="en-US" sz="2100" kern="1200" dirty="0"/>
            <a:t>Defaults, terminations </a:t>
          </a:r>
        </a:p>
        <a:p>
          <a:pPr marL="228600" lvl="1" indent="-228600" algn="l" defTabSz="933450">
            <a:lnSpc>
              <a:spcPct val="90000"/>
            </a:lnSpc>
            <a:spcBef>
              <a:spcPct val="0"/>
            </a:spcBef>
            <a:spcAft>
              <a:spcPct val="15000"/>
            </a:spcAft>
            <a:buChar char="•"/>
          </a:pPr>
          <a:r>
            <a:rPr lang="en-US" sz="2100" kern="1200" dirty="0"/>
            <a:t>Litigation</a:t>
          </a:r>
        </a:p>
        <a:p>
          <a:pPr marL="228600" lvl="1" indent="-228600" algn="l" defTabSz="933450">
            <a:lnSpc>
              <a:spcPct val="90000"/>
            </a:lnSpc>
            <a:spcBef>
              <a:spcPct val="0"/>
            </a:spcBef>
            <a:spcAft>
              <a:spcPct val="15000"/>
            </a:spcAft>
            <a:buChar char="•"/>
          </a:pPr>
          <a:r>
            <a:rPr lang="en-US" sz="2100" kern="1200" dirty="0"/>
            <a:t>References</a:t>
          </a:r>
        </a:p>
      </dsp:txBody>
      <dsp:txXfrm>
        <a:off x="7971811" y="1456"/>
        <a:ext cx="3598781" cy="2159268"/>
      </dsp:txXfrm>
    </dsp:sp>
    <dsp:sp modelId="{1F5B4F0E-9035-4361-94ED-E716350AE202}">
      <dsp:nvSpPr>
        <dsp:cNvPr id="0" name=""/>
        <dsp:cNvSpPr/>
      </dsp:nvSpPr>
      <dsp:spPr>
        <a:xfrm>
          <a:off x="2033822" y="2520603"/>
          <a:ext cx="3598781" cy="215926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1" kern="1200" dirty="0"/>
            <a:t>Insurance</a:t>
          </a:r>
        </a:p>
        <a:p>
          <a:pPr marL="228600" lvl="1" indent="-228600" algn="l" defTabSz="933450">
            <a:lnSpc>
              <a:spcPct val="90000"/>
            </a:lnSpc>
            <a:spcBef>
              <a:spcPct val="0"/>
            </a:spcBef>
            <a:spcAft>
              <a:spcPct val="15000"/>
            </a:spcAft>
            <a:buChar char="•"/>
          </a:pPr>
          <a:r>
            <a:rPr lang="en-US" sz="2100" kern="1200" dirty="0"/>
            <a:t>Coverages, limits</a:t>
          </a:r>
        </a:p>
        <a:p>
          <a:pPr marL="228600" lvl="1" indent="-228600" algn="l" defTabSz="933450">
            <a:lnSpc>
              <a:spcPct val="90000"/>
            </a:lnSpc>
            <a:spcBef>
              <a:spcPct val="0"/>
            </a:spcBef>
            <a:spcAft>
              <a:spcPct val="15000"/>
            </a:spcAft>
            <a:buChar char="•"/>
          </a:pPr>
          <a:r>
            <a:rPr lang="en-US" sz="2100" kern="1200" dirty="0"/>
            <a:t>Carriers</a:t>
          </a:r>
        </a:p>
        <a:p>
          <a:pPr marL="228600" lvl="1" indent="-228600" algn="l" defTabSz="933450">
            <a:lnSpc>
              <a:spcPct val="90000"/>
            </a:lnSpc>
            <a:spcBef>
              <a:spcPct val="0"/>
            </a:spcBef>
            <a:spcAft>
              <a:spcPct val="15000"/>
            </a:spcAft>
            <a:buChar char="•"/>
          </a:pPr>
          <a:r>
            <a:rPr lang="en-US" sz="2100" kern="1200" dirty="0"/>
            <a:t>Bonding capacity</a:t>
          </a:r>
        </a:p>
      </dsp:txBody>
      <dsp:txXfrm>
        <a:off x="2033822" y="2520603"/>
        <a:ext cx="3598781" cy="2159268"/>
      </dsp:txXfrm>
    </dsp:sp>
    <dsp:sp modelId="{F6771CFC-03FF-46B7-B31D-95318C4BCB56}">
      <dsp:nvSpPr>
        <dsp:cNvPr id="0" name=""/>
        <dsp:cNvSpPr/>
      </dsp:nvSpPr>
      <dsp:spPr>
        <a:xfrm>
          <a:off x="5992482" y="2520603"/>
          <a:ext cx="3598781" cy="215926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1" kern="1200" dirty="0"/>
            <a:t>Company</a:t>
          </a:r>
        </a:p>
        <a:p>
          <a:pPr marL="228600" lvl="1" indent="-228600" algn="l" defTabSz="933450">
            <a:lnSpc>
              <a:spcPct val="90000"/>
            </a:lnSpc>
            <a:spcBef>
              <a:spcPct val="0"/>
            </a:spcBef>
            <a:spcAft>
              <a:spcPct val="15000"/>
            </a:spcAft>
            <a:buChar char="•"/>
          </a:pPr>
          <a:r>
            <a:rPr lang="en-US" sz="2100" kern="1200" dirty="0"/>
            <a:t>Ownership</a:t>
          </a:r>
        </a:p>
        <a:p>
          <a:pPr marL="228600" lvl="1" indent="-228600" algn="l" defTabSz="933450">
            <a:lnSpc>
              <a:spcPct val="90000"/>
            </a:lnSpc>
            <a:spcBef>
              <a:spcPct val="0"/>
            </a:spcBef>
            <a:spcAft>
              <a:spcPct val="15000"/>
            </a:spcAft>
            <a:buChar char="•"/>
          </a:pPr>
          <a:r>
            <a:rPr lang="en-US" sz="2100" kern="1200" dirty="0"/>
            <a:t>History</a:t>
          </a:r>
        </a:p>
        <a:p>
          <a:pPr marL="228600" lvl="1" indent="-228600" algn="l" defTabSz="933450">
            <a:lnSpc>
              <a:spcPct val="90000"/>
            </a:lnSpc>
            <a:spcBef>
              <a:spcPct val="0"/>
            </a:spcBef>
            <a:spcAft>
              <a:spcPct val="15000"/>
            </a:spcAft>
            <a:buChar char="•"/>
          </a:pPr>
          <a:r>
            <a:rPr lang="en-US" sz="2100" kern="1200" dirty="0"/>
            <a:t>Markets</a:t>
          </a:r>
        </a:p>
        <a:p>
          <a:pPr marL="228600" lvl="1" indent="-228600" algn="l" defTabSz="933450">
            <a:lnSpc>
              <a:spcPct val="90000"/>
            </a:lnSpc>
            <a:spcBef>
              <a:spcPct val="0"/>
            </a:spcBef>
            <a:spcAft>
              <a:spcPct val="15000"/>
            </a:spcAft>
            <a:buChar char="•"/>
          </a:pPr>
          <a:r>
            <a:rPr lang="en-US" sz="2100" kern="1200" dirty="0"/>
            <a:t>Licenses</a:t>
          </a:r>
        </a:p>
      </dsp:txBody>
      <dsp:txXfrm>
        <a:off x="5992482" y="2520603"/>
        <a:ext cx="3598781" cy="2159268"/>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49E267A-F513-B64F-B928-FD1F100DA143}"/>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C44F0A1A-E75C-D640-B3AF-68C508BB294B}" type="datetimeFigureOut">
              <a:rPr lang="en-US" smtClean="0">
                <a:latin typeface="Century Gothic" panose="020B0502020202020204" pitchFamily="34" charset="0"/>
              </a:rPr>
              <a:t>9/5/2023</a:t>
            </a:fld>
            <a:endParaRPr lang="en-US" dirty="0">
              <a:latin typeface="Century Gothic" panose="020B0502020202020204" pitchFamily="34" charset="0"/>
            </a:endParaRPr>
          </a:p>
        </p:txBody>
      </p:sp>
      <p:sp>
        <p:nvSpPr>
          <p:cNvPr id="4" name="Footer Placeholder 3">
            <a:extLst>
              <a:ext uri="{FF2B5EF4-FFF2-40B4-BE49-F238E27FC236}">
                <a16:creationId xmlns:a16="http://schemas.microsoft.com/office/drawing/2014/main" id="{4C699ABE-F474-AF43-B4B2-16DE6753DBBB}"/>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pPr lvl="0"/>
            <a:r>
              <a:rPr lang="en-US" sz="1100" b="1" dirty="0">
                <a:solidFill>
                  <a:srgbClr val="101820"/>
                </a:solidFill>
                <a:latin typeface="Century Gothic" panose="020F0302020204030204"/>
              </a:rPr>
              <a:t>EPIC INSURANCE BROKERS &amp; CONSULTANTS</a:t>
            </a:r>
          </a:p>
          <a:p>
            <a:endParaRPr lang="en-US" sz="800" b="1" dirty="0">
              <a:latin typeface="Century Gothic" panose="020B0502020202020204" pitchFamily="34" charset="0"/>
            </a:endParaRPr>
          </a:p>
        </p:txBody>
      </p:sp>
      <p:sp>
        <p:nvSpPr>
          <p:cNvPr id="5" name="Slide Number Placeholder 4">
            <a:extLst>
              <a:ext uri="{FF2B5EF4-FFF2-40B4-BE49-F238E27FC236}">
                <a16:creationId xmlns:a16="http://schemas.microsoft.com/office/drawing/2014/main" id="{F9248FE6-A838-9842-B3D4-9E1B25C21E09}"/>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742BA117-62C7-094B-8A24-17094DD2035E}" type="slidenum">
              <a:rPr lang="en-US" smtClean="0">
                <a:latin typeface="Century Gothic" panose="020B0502020202020204" pitchFamily="34" charset="0"/>
              </a:rPr>
              <a:t>‹#›</a:t>
            </a:fld>
            <a:endParaRPr lang="en-US" dirty="0">
              <a:latin typeface="Century Gothic" panose="020B0502020202020204" pitchFamily="34" charset="0"/>
            </a:endParaRPr>
          </a:p>
        </p:txBody>
      </p:sp>
    </p:spTree>
    <p:extLst>
      <p:ext uri="{BB962C8B-B14F-4D97-AF65-F5344CB8AC3E}">
        <p14:creationId xmlns:p14="http://schemas.microsoft.com/office/powerpoint/2010/main" val="35149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atin typeface="Century Gothic" panose="020B0502020202020204" pitchFamily="34" charset="0"/>
              </a:defRPr>
            </a:lvl1pPr>
          </a:lstStyle>
          <a:p>
            <a:endParaRPr lang="en-US" dirty="0">
              <a:latin typeface="Century Gothic" panose="020B0502020202020204" pitchFamily="34" charset="0"/>
            </a:endParaRPr>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atin typeface="Century Gothic" panose="020B0502020202020204" pitchFamily="34" charset="0"/>
              </a:defRPr>
            </a:lvl1pPr>
          </a:lstStyle>
          <a:p>
            <a:fld id="{27BF895B-D99F-D14C-9F84-543D1E2A2236}" type="datetimeFigureOut">
              <a:rPr lang="en-US" smtClean="0"/>
              <a:pPr/>
              <a:t>8/29/2023</a:t>
            </a:fld>
            <a:endParaRPr lang="en-US" dirty="0">
              <a:latin typeface="Century Gothic" panose="020B0502020202020204" pitchFamily="34" charset="0"/>
            </a:endParaRPr>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marL="0" marR="0" indent="0" algn="l" defTabSz="931774" rtl="0" eaLnBrk="1" fontAlgn="auto" latinLnBrk="0" hangingPunct="1">
              <a:lnSpc>
                <a:spcPct val="100000"/>
              </a:lnSpc>
              <a:spcBef>
                <a:spcPts val="0"/>
              </a:spcBef>
              <a:spcAft>
                <a:spcPts val="0"/>
              </a:spcAft>
              <a:buClrTx/>
              <a:buSzTx/>
              <a:buFontTx/>
              <a:buNone/>
              <a:tabLst/>
              <a:defRPr sz="1000">
                <a:latin typeface="Century Gothic" panose="020B0502020202020204" pitchFamily="34" charset="0"/>
              </a:defRPr>
            </a:lvl1pPr>
          </a:lstStyle>
          <a:p>
            <a:r>
              <a:rPr lang="en-US" dirty="0">
                <a:solidFill>
                  <a:srgbClr val="101820"/>
                </a:solidFill>
                <a:latin typeface="Century Gothic" panose="020F0302020204030204"/>
              </a:rPr>
              <a:t>EPIC INSURANCE BROKERS &amp; CONSULTANTS</a:t>
            </a:r>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b="1">
                <a:latin typeface="Century Gothic" panose="020B0502020202020204" pitchFamily="34" charset="0"/>
              </a:defRPr>
            </a:lvl1pPr>
          </a:lstStyle>
          <a:p>
            <a:fld id="{949C30DA-6FFD-CE41-B86E-1A814BC4B5E1}" type="slidenum">
              <a:rPr lang="en-US" smtClean="0"/>
              <a:pPr/>
              <a:t>‹#›</a:t>
            </a:fld>
            <a:endParaRPr lang="en-US" b="1" dirty="0"/>
          </a:p>
        </p:txBody>
      </p:sp>
    </p:spTree>
    <p:extLst>
      <p:ext uri="{BB962C8B-B14F-4D97-AF65-F5344CB8AC3E}">
        <p14:creationId xmlns:p14="http://schemas.microsoft.com/office/powerpoint/2010/main" val="61178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Century Gothic" panose="020B0502020202020204" pitchFamily="34" charset="0"/>
        <a:ea typeface="+mn-ea"/>
        <a:cs typeface="+mn-cs"/>
      </a:defRPr>
    </a:lvl1pPr>
    <a:lvl2pPr marL="457200" algn="l" defTabSz="914400" rtl="0" eaLnBrk="1" latinLnBrk="0" hangingPunct="1">
      <a:defRPr sz="1200" kern="1200">
        <a:solidFill>
          <a:schemeClr val="tx1"/>
        </a:solidFill>
        <a:latin typeface="Century Gothic" panose="020B0502020202020204" pitchFamily="34" charset="0"/>
        <a:ea typeface="+mn-ea"/>
        <a:cs typeface="+mn-cs"/>
      </a:defRPr>
    </a:lvl2pPr>
    <a:lvl3pPr marL="914400" algn="l" defTabSz="914400" rtl="0" eaLnBrk="1" latinLnBrk="0" hangingPunct="1">
      <a:defRPr sz="1200" kern="1200">
        <a:solidFill>
          <a:schemeClr val="tx1"/>
        </a:solidFill>
        <a:latin typeface="Century Gothic" panose="020B0502020202020204" pitchFamily="34" charset="0"/>
        <a:ea typeface="+mn-ea"/>
        <a:cs typeface="+mn-cs"/>
      </a:defRPr>
    </a:lvl3pPr>
    <a:lvl4pPr marL="1371600" algn="l" defTabSz="914400" rtl="0" eaLnBrk="1" latinLnBrk="0" hangingPunct="1">
      <a:defRPr sz="1200" kern="1200">
        <a:solidFill>
          <a:schemeClr val="tx1"/>
        </a:solidFill>
        <a:latin typeface="Century Gothic" panose="020B0502020202020204" pitchFamily="34" charset="0"/>
        <a:ea typeface="+mn-ea"/>
        <a:cs typeface="+mn-cs"/>
      </a:defRPr>
    </a:lvl4pPr>
    <a:lvl5pPr marL="1828800" algn="l" defTabSz="914400" rtl="0" eaLnBrk="1" latinLnBrk="0" hangingPunct="1">
      <a:defRPr sz="1200" kern="1200">
        <a:solidFill>
          <a:schemeClr val="tx1"/>
        </a:solidFill>
        <a:latin typeface="Century Gothic" panose="020B0502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jpeg"/><Relationship Id="rId5" Type="http://schemas.openxmlformats.org/officeDocument/2006/relationships/image" Target="../media/image2.png"/><Relationship Id="rId4" Type="http://schemas.openxmlformats.org/officeDocument/2006/relationships/hyperlink" Target="http://www.epicbrokers.com/"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www.epicbrokers.com/" TargetMode="External"/><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t="-33000" b="59000"/>
          </a:stretch>
        </a:blip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627232D-09BD-C646-B1F5-4A66DEEB8DCF}"/>
              </a:ext>
            </a:extLst>
          </p:cNvPr>
          <p:cNvSpPr/>
          <p:nvPr userDrawn="1"/>
        </p:nvSpPr>
        <p:spPr>
          <a:xfrm flipH="1">
            <a:off x="7924800" y="2651760"/>
            <a:ext cx="4267200" cy="420624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9436B26-1EF5-2341-A191-7F6226D28668}"/>
              </a:ext>
            </a:extLst>
          </p:cNvPr>
          <p:cNvSpPr/>
          <p:nvPr userDrawn="1"/>
        </p:nvSpPr>
        <p:spPr>
          <a:xfrm>
            <a:off x="0" y="2651760"/>
            <a:ext cx="7924799" cy="42062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CCD953A-4D3A-8143-AC62-55EA9FA2C653}"/>
              </a:ext>
            </a:extLst>
          </p:cNvPr>
          <p:cNvSpPr>
            <a:spLocks noGrp="1"/>
          </p:cNvSpPr>
          <p:nvPr>
            <p:ph type="ctrTitle"/>
          </p:nvPr>
        </p:nvSpPr>
        <p:spPr>
          <a:xfrm>
            <a:off x="391888" y="3058721"/>
            <a:ext cx="6901542" cy="1525040"/>
          </a:xfrm>
        </p:spPr>
        <p:txBody>
          <a:bodyPr anchor="b">
            <a:normAutofit/>
          </a:bodyPr>
          <a:lstStyle>
            <a:lvl1pPr algn="l">
              <a:defRPr sz="48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D8FAD6ED-2BA4-6E40-85F2-6FF2F4EC3F3B}"/>
              </a:ext>
            </a:extLst>
          </p:cNvPr>
          <p:cNvSpPr>
            <a:spLocks noGrp="1"/>
          </p:cNvSpPr>
          <p:nvPr>
            <p:ph type="subTitle" idx="1"/>
          </p:nvPr>
        </p:nvSpPr>
        <p:spPr>
          <a:xfrm>
            <a:off x="391888" y="4675837"/>
            <a:ext cx="6901542" cy="747146"/>
          </a:xfrm>
        </p:spPr>
        <p:txBody>
          <a:bodyPr anchor="ctr">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6" name="Picture Placeholder 15">
            <a:extLst>
              <a:ext uri="{FF2B5EF4-FFF2-40B4-BE49-F238E27FC236}">
                <a16:creationId xmlns:a16="http://schemas.microsoft.com/office/drawing/2014/main" id="{91B0124E-D7A0-EB44-865C-9BA5310CF09C}"/>
              </a:ext>
            </a:extLst>
          </p:cNvPr>
          <p:cNvSpPr>
            <a:spLocks noGrp="1"/>
          </p:cNvSpPr>
          <p:nvPr>
            <p:ph type="pic" sz="quarter" idx="10" hasCustomPrompt="1"/>
          </p:nvPr>
        </p:nvSpPr>
        <p:spPr>
          <a:xfrm>
            <a:off x="8186602" y="3009735"/>
            <a:ext cx="3603171" cy="1828800"/>
          </a:xfrm>
        </p:spPr>
        <p:txBody>
          <a:bodyPr anchor="ctr">
            <a:normAutofit/>
          </a:bodyPr>
          <a:lstStyle>
            <a:lvl1pPr marL="0" indent="0" algn="ctr">
              <a:buNone/>
              <a:defRPr sz="1600">
                <a:solidFill>
                  <a:schemeClr val="accent4"/>
                </a:solidFill>
              </a:defRPr>
            </a:lvl1pPr>
          </a:lstStyle>
          <a:p>
            <a:r>
              <a:rPr lang="en-US" dirty="0"/>
              <a:t>Insert Client or Partner</a:t>
            </a:r>
            <a:br>
              <a:rPr lang="en-US" dirty="0"/>
            </a:br>
            <a:r>
              <a:rPr lang="en-US" dirty="0"/>
              <a:t>Logo</a:t>
            </a:r>
          </a:p>
        </p:txBody>
      </p:sp>
      <p:sp>
        <p:nvSpPr>
          <p:cNvPr id="5" name="Text Placeholder 4">
            <a:extLst>
              <a:ext uri="{FF2B5EF4-FFF2-40B4-BE49-F238E27FC236}">
                <a16:creationId xmlns:a16="http://schemas.microsoft.com/office/drawing/2014/main" id="{0513DBF6-C895-DF43-8CE7-094D40605A2F}"/>
              </a:ext>
            </a:extLst>
          </p:cNvPr>
          <p:cNvSpPr>
            <a:spLocks noGrp="1"/>
          </p:cNvSpPr>
          <p:nvPr>
            <p:ph type="body" sz="quarter" idx="11"/>
          </p:nvPr>
        </p:nvSpPr>
        <p:spPr>
          <a:xfrm>
            <a:off x="8186602" y="4954040"/>
            <a:ext cx="3603625" cy="1153073"/>
          </a:xfrm>
        </p:spPr>
        <p:txBody>
          <a:bodyPr>
            <a:normAutofit/>
          </a:bodyPr>
          <a:lstStyle>
            <a:lvl1pPr marL="0" indent="0">
              <a:buNone/>
              <a:defRPr sz="1600"/>
            </a:lvl1pPr>
            <a:lvl2pPr marL="457200" indent="0">
              <a:buNone/>
              <a:defRPr sz="1400"/>
            </a:lvl2pPr>
          </a:lstStyle>
          <a:p>
            <a:pPr lvl="0"/>
            <a:r>
              <a:rPr lang="en-US" dirty="0"/>
              <a:t>Click to edit Master text styles</a:t>
            </a:r>
          </a:p>
          <a:p>
            <a:pPr lvl="1"/>
            <a:endParaRPr lang="en-US" dirty="0"/>
          </a:p>
        </p:txBody>
      </p:sp>
      <p:sp>
        <p:nvSpPr>
          <p:cNvPr id="18" name="Text Placeholder 4">
            <a:extLst>
              <a:ext uri="{FF2B5EF4-FFF2-40B4-BE49-F238E27FC236}">
                <a16:creationId xmlns:a16="http://schemas.microsoft.com/office/drawing/2014/main" id="{135C2B70-CE52-044E-A5B3-84E513DC37D3}"/>
              </a:ext>
            </a:extLst>
          </p:cNvPr>
          <p:cNvSpPr>
            <a:spLocks noGrp="1"/>
          </p:cNvSpPr>
          <p:nvPr>
            <p:ph type="body" sz="quarter" idx="13" hasCustomPrompt="1"/>
          </p:nvPr>
        </p:nvSpPr>
        <p:spPr>
          <a:xfrm>
            <a:off x="391889" y="5583416"/>
            <a:ext cx="3375639" cy="428702"/>
          </a:xfrm>
        </p:spPr>
        <p:txBody>
          <a:bodyPr anchor="ctr">
            <a:normAutofit/>
          </a:bodyPr>
          <a:lstStyle>
            <a:lvl1pPr marL="0" indent="0">
              <a:buNone/>
              <a:defRPr sz="1400">
                <a:solidFill>
                  <a:schemeClr val="tx1"/>
                </a:solidFill>
              </a:defRPr>
            </a:lvl1pPr>
            <a:lvl2pPr marL="457200" indent="0">
              <a:buNone/>
              <a:defRPr sz="1200">
                <a:solidFill>
                  <a:schemeClr val="bg1"/>
                </a:solidFill>
              </a:defRPr>
            </a:lvl2pPr>
          </a:lstStyle>
          <a:p>
            <a:pPr lvl="0"/>
            <a:r>
              <a:rPr lang="en-US" dirty="0"/>
              <a:t>Add Presenter</a:t>
            </a:r>
          </a:p>
        </p:txBody>
      </p:sp>
      <p:sp>
        <p:nvSpPr>
          <p:cNvPr id="20" name="Text Placeholder 4">
            <a:extLst>
              <a:ext uri="{FF2B5EF4-FFF2-40B4-BE49-F238E27FC236}">
                <a16:creationId xmlns:a16="http://schemas.microsoft.com/office/drawing/2014/main" id="{F594A9D9-D2CB-464C-8F6F-D904A7340411}"/>
              </a:ext>
            </a:extLst>
          </p:cNvPr>
          <p:cNvSpPr>
            <a:spLocks noGrp="1"/>
          </p:cNvSpPr>
          <p:nvPr>
            <p:ph type="body" sz="quarter" idx="14" hasCustomPrompt="1"/>
          </p:nvPr>
        </p:nvSpPr>
        <p:spPr>
          <a:xfrm>
            <a:off x="3917791" y="5583416"/>
            <a:ext cx="3375639" cy="428702"/>
          </a:xfrm>
        </p:spPr>
        <p:txBody>
          <a:bodyPr anchor="ctr">
            <a:normAutofit/>
          </a:bodyPr>
          <a:lstStyle>
            <a:lvl1pPr marL="0" indent="0">
              <a:buNone/>
              <a:defRPr sz="1400">
                <a:solidFill>
                  <a:schemeClr val="tx1"/>
                </a:solidFill>
              </a:defRPr>
            </a:lvl1pPr>
            <a:lvl2pPr marL="457200" indent="0">
              <a:buNone/>
              <a:defRPr sz="1200">
                <a:solidFill>
                  <a:schemeClr val="bg1"/>
                </a:solidFill>
              </a:defRPr>
            </a:lvl2pPr>
          </a:lstStyle>
          <a:p>
            <a:pPr lvl="0"/>
            <a:r>
              <a:rPr lang="en-US" dirty="0"/>
              <a:t>Add Date</a:t>
            </a:r>
          </a:p>
        </p:txBody>
      </p:sp>
      <p:pic>
        <p:nvPicPr>
          <p:cNvPr id="4" name="Picture 3">
            <a:extLst>
              <a:ext uri="{FF2B5EF4-FFF2-40B4-BE49-F238E27FC236}">
                <a16:creationId xmlns:a16="http://schemas.microsoft.com/office/drawing/2014/main" id="{B59F8FB9-A35F-8969-55EE-FC48DDB058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17747" y="640423"/>
            <a:ext cx="1630195" cy="1086797"/>
          </a:xfrm>
          <a:prstGeom prst="rect">
            <a:avLst/>
          </a:prstGeom>
        </p:spPr>
      </p:pic>
    </p:spTree>
    <p:extLst>
      <p:ext uri="{BB962C8B-B14F-4D97-AF65-F5344CB8AC3E}">
        <p14:creationId xmlns:p14="http://schemas.microsoft.com/office/powerpoint/2010/main" val="764675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th Brand Element">
    <p:bg>
      <p:bgPr>
        <a:blipFill dpi="0" rotWithShape="1">
          <a:blip r:embed="rId2">
            <a:extLst>
              <a:ext uri="{BEBA8EAE-BF5A-486C-A8C5-ECC9F3942E4B}">
                <a14:imgProps xmlns:a14="http://schemas.microsoft.com/office/drawing/2010/main">
                  <a14:imgLayer r:embed="rId3">
                    <a14:imgEffect>
                      <a14:brightnessContrast bright="-16000"/>
                    </a14:imgEffect>
                  </a14:imgLayer>
                </a14:imgProps>
              </a:ext>
            </a:extLst>
          </a:blip>
          <a:srcRect/>
          <a:stretch>
            <a:fillRect b="-5000"/>
          </a:stretch>
        </a:blip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4BED062-BD86-BF4F-BAF6-E3B01E8C8CED}"/>
              </a:ext>
            </a:extLst>
          </p:cNvPr>
          <p:cNvSpPr/>
          <p:nvPr userDrawn="1"/>
        </p:nvSpPr>
        <p:spPr>
          <a:xfrm flipV="1">
            <a:off x="0" y="5657850"/>
            <a:ext cx="12192000"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2">
            <a:extLst>
              <a:ext uri="{FF2B5EF4-FFF2-40B4-BE49-F238E27FC236}">
                <a16:creationId xmlns:a16="http://schemas.microsoft.com/office/drawing/2014/main" id="{BCE33022-6D45-9E4F-A847-A466798F8865}"/>
              </a:ext>
            </a:extLst>
          </p:cNvPr>
          <p:cNvSpPr/>
          <p:nvPr userDrawn="1"/>
        </p:nvSpPr>
        <p:spPr>
          <a:xfrm>
            <a:off x="793508" y="1693255"/>
            <a:ext cx="4206241" cy="4438384"/>
          </a:xfrm>
          <a:custGeom>
            <a:avLst/>
            <a:gdLst>
              <a:gd name="connsiteX0" fmla="*/ 0 w 3154681"/>
              <a:gd name="connsiteY0" fmla="*/ 0 h 3337560"/>
              <a:gd name="connsiteX1" fmla="*/ 3154681 w 3154681"/>
              <a:gd name="connsiteY1" fmla="*/ 0 h 3337560"/>
              <a:gd name="connsiteX2" fmla="*/ 3154681 w 3154681"/>
              <a:gd name="connsiteY2" fmla="*/ 3337560 h 3337560"/>
              <a:gd name="connsiteX3" fmla="*/ 0 w 3154681"/>
              <a:gd name="connsiteY3" fmla="*/ 3337560 h 3337560"/>
              <a:gd name="connsiteX4" fmla="*/ 0 w 3154681"/>
              <a:gd name="connsiteY4" fmla="*/ 0 h 3337560"/>
              <a:gd name="connsiteX0" fmla="*/ 6350 w 3161031"/>
              <a:gd name="connsiteY0" fmla="*/ 0 h 3337560"/>
              <a:gd name="connsiteX1" fmla="*/ 3161031 w 3161031"/>
              <a:gd name="connsiteY1" fmla="*/ 0 h 3337560"/>
              <a:gd name="connsiteX2" fmla="*/ 3161031 w 3161031"/>
              <a:gd name="connsiteY2" fmla="*/ 3337560 h 3337560"/>
              <a:gd name="connsiteX3" fmla="*/ 6350 w 3161031"/>
              <a:gd name="connsiteY3" fmla="*/ 3337560 h 3337560"/>
              <a:gd name="connsiteX4" fmla="*/ 0 w 3161031"/>
              <a:gd name="connsiteY4" fmla="*/ 1974850 h 3337560"/>
              <a:gd name="connsiteX5" fmla="*/ 6350 w 3161031"/>
              <a:gd name="connsiteY5" fmla="*/ 0 h 3337560"/>
              <a:gd name="connsiteX0" fmla="*/ 235570 w 3390251"/>
              <a:gd name="connsiteY0" fmla="*/ 0 h 3337560"/>
              <a:gd name="connsiteX1" fmla="*/ 3390251 w 3390251"/>
              <a:gd name="connsiteY1" fmla="*/ 0 h 3337560"/>
              <a:gd name="connsiteX2" fmla="*/ 3390251 w 3390251"/>
              <a:gd name="connsiteY2" fmla="*/ 3337560 h 3337560"/>
              <a:gd name="connsiteX3" fmla="*/ 235570 w 3390251"/>
              <a:gd name="connsiteY3" fmla="*/ 3337560 h 3337560"/>
              <a:gd name="connsiteX4" fmla="*/ 229220 w 3390251"/>
              <a:gd name="connsiteY4" fmla="*/ 2101850 h 3337560"/>
              <a:gd name="connsiteX5" fmla="*/ 229220 w 3390251"/>
              <a:gd name="connsiteY5" fmla="*/ 1974850 h 3337560"/>
              <a:gd name="connsiteX6" fmla="*/ 235570 w 3390251"/>
              <a:gd name="connsiteY6" fmla="*/ 0 h 3337560"/>
              <a:gd name="connsiteX0" fmla="*/ 7144 w 3161825"/>
              <a:gd name="connsiteY0" fmla="*/ 0 h 3337560"/>
              <a:gd name="connsiteX1" fmla="*/ 3161825 w 3161825"/>
              <a:gd name="connsiteY1" fmla="*/ 0 h 3337560"/>
              <a:gd name="connsiteX2" fmla="*/ 3161825 w 3161825"/>
              <a:gd name="connsiteY2" fmla="*/ 3337560 h 3337560"/>
              <a:gd name="connsiteX3" fmla="*/ 7144 w 3161825"/>
              <a:gd name="connsiteY3" fmla="*/ 3337560 h 3337560"/>
              <a:gd name="connsiteX4" fmla="*/ 794 w 3161825"/>
              <a:gd name="connsiteY4" fmla="*/ 2101850 h 3337560"/>
              <a:gd name="connsiteX5" fmla="*/ 794 w 3161825"/>
              <a:gd name="connsiteY5" fmla="*/ 1974850 h 3337560"/>
              <a:gd name="connsiteX6" fmla="*/ 7144 w 3161825"/>
              <a:gd name="connsiteY6" fmla="*/ 0 h 3337560"/>
              <a:gd name="connsiteX0" fmla="*/ 7144 w 3161825"/>
              <a:gd name="connsiteY0" fmla="*/ 0 h 3340100"/>
              <a:gd name="connsiteX1" fmla="*/ 3161825 w 3161825"/>
              <a:gd name="connsiteY1" fmla="*/ 0 h 3340100"/>
              <a:gd name="connsiteX2" fmla="*/ 3161825 w 3161825"/>
              <a:gd name="connsiteY2" fmla="*/ 3337560 h 3340100"/>
              <a:gd name="connsiteX3" fmla="*/ 889794 w 3161825"/>
              <a:gd name="connsiteY3" fmla="*/ 3340100 h 3340100"/>
              <a:gd name="connsiteX4" fmla="*/ 7144 w 3161825"/>
              <a:gd name="connsiteY4" fmla="*/ 3337560 h 3340100"/>
              <a:gd name="connsiteX5" fmla="*/ 794 w 3161825"/>
              <a:gd name="connsiteY5" fmla="*/ 2101850 h 3340100"/>
              <a:gd name="connsiteX6" fmla="*/ 794 w 3161825"/>
              <a:gd name="connsiteY6" fmla="*/ 1974850 h 3340100"/>
              <a:gd name="connsiteX7" fmla="*/ 7144 w 3161825"/>
              <a:gd name="connsiteY7"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7144 w 3161825"/>
              <a:gd name="connsiteY5" fmla="*/ 3337560 h 3340100"/>
              <a:gd name="connsiteX6" fmla="*/ 794 w 3161825"/>
              <a:gd name="connsiteY6" fmla="*/ 2101850 h 3340100"/>
              <a:gd name="connsiteX7" fmla="*/ 794 w 3161825"/>
              <a:gd name="connsiteY7" fmla="*/ 1974850 h 3340100"/>
              <a:gd name="connsiteX8" fmla="*/ 7144 w 3161825"/>
              <a:gd name="connsiteY8" fmla="*/ 0 h 3340100"/>
              <a:gd name="connsiteX0" fmla="*/ 67294 w 3221975"/>
              <a:gd name="connsiteY0" fmla="*/ 0 h 3429850"/>
              <a:gd name="connsiteX1" fmla="*/ 3221975 w 3221975"/>
              <a:gd name="connsiteY1" fmla="*/ 0 h 3429850"/>
              <a:gd name="connsiteX2" fmla="*/ 3221975 w 3221975"/>
              <a:gd name="connsiteY2" fmla="*/ 3337560 h 3429850"/>
              <a:gd name="connsiteX3" fmla="*/ 1083294 w 3221975"/>
              <a:gd name="connsiteY3" fmla="*/ 3340100 h 3429850"/>
              <a:gd name="connsiteX4" fmla="*/ 949944 w 3221975"/>
              <a:gd name="connsiteY4" fmla="*/ 3340100 h 3429850"/>
              <a:gd name="connsiteX5" fmla="*/ 67294 w 3221975"/>
              <a:gd name="connsiteY5" fmla="*/ 3337560 h 3429850"/>
              <a:gd name="connsiteX6" fmla="*/ 60944 w 3221975"/>
              <a:gd name="connsiteY6" fmla="*/ 2101850 h 3429850"/>
              <a:gd name="connsiteX7" fmla="*/ 60944 w 3221975"/>
              <a:gd name="connsiteY7" fmla="*/ 1974850 h 3429850"/>
              <a:gd name="connsiteX8" fmla="*/ 67294 w 3221975"/>
              <a:gd name="connsiteY8" fmla="*/ 0 h 342985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101850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216890 w 3161825"/>
              <a:gd name="connsiteY5" fmla="*/ 3133494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216890 w 3161825"/>
              <a:gd name="connsiteY5" fmla="*/ 3133494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216890 w 3161825"/>
              <a:gd name="connsiteY4" fmla="*/ 3133494 h 3340100"/>
              <a:gd name="connsiteX5" fmla="*/ 794 w 3161825"/>
              <a:gd name="connsiteY5" fmla="*/ 2490395 h 3340100"/>
              <a:gd name="connsiteX6" fmla="*/ 794 w 3161825"/>
              <a:gd name="connsiteY6" fmla="*/ 1974850 h 3340100"/>
              <a:gd name="connsiteX7" fmla="*/ 7144 w 3161825"/>
              <a:gd name="connsiteY7"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216890 w 3161825"/>
              <a:gd name="connsiteY4" fmla="*/ 3133494 h 3340100"/>
              <a:gd name="connsiteX5" fmla="*/ 794 w 3161825"/>
              <a:gd name="connsiteY5" fmla="*/ 2490395 h 3340100"/>
              <a:gd name="connsiteX6" fmla="*/ 794 w 3161825"/>
              <a:gd name="connsiteY6" fmla="*/ 1974850 h 3340100"/>
              <a:gd name="connsiteX7" fmla="*/ 7144 w 3161825"/>
              <a:gd name="connsiteY7"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216096 w 3161031"/>
              <a:gd name="connsiteY4" fmla="*/ 3133494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44144 w 3161031"/>
              <a:gd name="connsiteY4" fmla="*/ 3122702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44144 w 3161031"/>
              <a:gd name="connsiteY4" fmla="*/ 3122702 h 3340100"/>
              <a:gd name="connsiteX5" fmla="*/ 0 w 3161031"/>
              <a:gd name="connsiteY5" fmla="*/ 1974850 h 3340100"/>
              <a:gd name="connsiteX6" fmla="*/ 6350 w 3161031"/>
              <a:gd name="connsiteY6" fmla="*/ 0 h 3340100"/>
              <a:gd name="connsiteX0" fmla="*/ 10800 w 3165481"/>
              <a:gd name="connsiteY0" fmla="*/ 0 h 3358187"/>
              <a:gd name="connsiteX1" fmla="*/ 3165481 w 3165481"/>
              <a:gd name="connsiteY1" fmla="*/ 0 h 3358187"/>
              <a:gd name="connsiteX2" fmla="*/ 3165481 w 3165481"/>
              <a:gd name="connsiteY2" fmla="*/ 3337560 h 3358187"/>
              <a:gd name="connsiteX3" fmla="*/ 1026800 w 3165481"/>
              <a:gd name="connsiteY3" fmla="*/ 3340100 h 3358187"/>
              <a:gd name="connsiteX4" fmla="*/ 148594 w 3165481"/>
              <a:gd name="connsiteY4" fmla="*/ 3122702 h 3358187"/>
              <a:gd name="connsiteX5" fmla="*/ 4450 w 3165481"/>
              <a:gd name="connsiteY5" fmla="*/ 1974850 h 3358187"/>
              <a:gd name="connsiteX6" fmla="*/ 10800 w 3165481"/>
              <a:gd name="connsiteY6" fmla="*/ 0 h 3358187"/>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58534 w 3161031"/>
              <a:gd name="connsiteY4" fmla="*/ 3065140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72925 w 3161031"/>
              <a:gd name="connsiteY4" fmla="*/ 3072335 h 3340100"/>
              <a:gd name="connsiteX5" fmla="*/ 0 w 3161031"/>
              <a:gd name="connsiteY5" fmla="*/ 1974850 h 3340100"/>
              <a:gd name="connsiteX6" fmla="*/ 6350 w 3161031"/>
              <a:gd name="connsiteY6" fmla="*/ 0 h 3340100"/>
              <a:gd name="connsiteX0" fmla="*/ 9129 w 3163810"/>
              <a:gd name="connsiteY0" fmla="*/ 0 h 3340100"/>
              <a:gd name="connsiteX1" fmla="*/ 3163810 w 3163810"/>
              <a:gd name="connsiteY1" fmla="*/ 0 h 3340100"/>
              <a:gd name="connsiteX2" fmla="*/ 3163810 w 3163810"/>
              <a:gd name="connsiteY2" fmla="*/ 3337560 h 3340100"/>
              <a:gd name="connsiteX3" fmla="*/ 1025129 w 3163810"/>
              <a:gd name="connsiteY3" fmla="*/ 3340100 h 3340100"/>
              <a:gd name="connsiteX4" fmla="*/ 175704 w 3163810"/>
              <a:gd name="connsiteY4" fmla="*/ 3072335 h 3340100"/>
              <a:gd name="connsiteX5" fmla="*/ 2779 w 3163810"/>
              <a:gd name="connsiteY5" fmla="*/ 1974850 h 3340100"/>
              <a:gd name="connsiteX6" fmla="*/ 9129 w 3163810"/>
              <a:gd name="connsiteY6" fmla="*/ 0 h 3340100"/>
              <a:gd name="connsiteX0" fmla="*/ 7614 w 3162295"/>
              <a:gd name="connsiteY0" fmla="*/ 0 h 3346738"/>
              <a:gd name="connsiteX1" fmla="*/ 3162295 w 3162295"/>
              <a:gd name="connsiteY1" fmla="*/ 0 h 3346738"/>
              <a:gd name="connsiteX2" fmla="*/ 3162295 w 3162295"/>
              <a:gd name="connsiteY2" fmla="*/ 3337560 h 3346738"/>
              <a:gd name="connsiteX3" fmla="*/ 1023614 w 3162295"/>
              <a:gd name="connsiteY3" fmla="*/ 3340100 h 3346738"/>
              <a:gd name="connsiteX4" fmla="*/ 177787 w 3162295"/>
              <a:gd name="connsiteY4" fmla="*/ 3104714 h 3346738"/>
              <a:gd name="connsiteX5" fmla="*/ 1264 w 3162295"/>
              <a:gd name="connsiteY5" fmla="*/ 1974850 h 3346738"/>
              <a:gd name="connsiteX6" fmla="*/ 7614 w 3162295"/>
              <a:gd name="connsiteY6" fmla="*/ 0 h 3346738"/>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76523 w 3161031"/>
              <a:gd name="connsiteY4" fmla="*/ 3104714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65730 w 3161031"/>
              <a:gd name="connsiteY4" fmla="*/ 3115507 h 3340100"/>
              <a:gd name="connsiteX5" fmla="*/ 0 w 3161031"/>
              <a:gd name="connsiteY5" fmla="*/ 1974850 h 3340100"/>
              <a:gd name="connsiteX6" fmla="*/ 6350 w 3161031"/>
              <a:gd name="connsiteY6" fmla="*/ 0 h 3340100"/>
              <a:gd name="connsiteX0" fmla="*/ 12259 w 3166940"/>
              <a:gd name="connsiteY0" fmla="*/ 0 h 3340100"/>
              <a:gd name="connsiteX1" fmla="*/ 3166940 w 3166940"/>
              <a:gd name="connsiteY1" fmla="*/ 0 h 3340100"/>
              <a:gd name="connsiteX2" fmla="*/ 3166940 w 3166940"/>
              <a:gd name="connsiteY2" fmla="*/ 3337560 h 3340100"/>
              <a:gd name="connsiteX3" fmla="*/ 1028259 w 3166940"/>
              <a:gd name="connsiteY3" fmla="*/ 3340100 h 3340100"/>
              <a:gd name="connsiteX4" fmla="*/ 171639 w 3166940"/>
              <a:gd name="connsiteY4" fmla="*/ 3115507 h 3340100"/>
              <a:gd name="connsiteX5" fmla="*/ 5909 w 3166940"/>
              <a:gd name="connsiteY5" fmla="*/ 1974850 h 3340100"/>
              <a:gd name="connsiteX6" fmla="*/ 12259 w 3166940"/>
              <a:gd name="connsiteY6" fmla="*/ 0 h 3340100"/>
              <a:gd name="connsiteX0" fmla="*/ 12259 w 3166940"/>
              <a:gd name="connsiteY0" fmla="*/ 0 h 3340100"/>
              <a:gd name="connsiteX1" fmla="*/ 3166940 w 3166940"/>
              <a:gd name="connsiteY1" fmla="*/ 0 h 3340100"/>
              <a:gd name="connsiteX2" fmla="*/ 3166940 w 3166940"/>
              <a:gd name="connsiteY2" fmla="*/ 3337560 h 3340100"/>
              <a:gd name="connsiteX3" fmla="*/ 1028259 w 3166940"/>
              <a:gd name="connsiteY3" fmla="*/ 3340100 h 3340100"/>
              <a:gd name="connsiteX4" fmla="*/ 171639 w 3166940"/>
              <a:gd name="connsiteY4" fmla="*/ 3115507 h 3340100"/>
              <a:gd name="connsiteX5" fmla="*/ 5909 w 3166940"/>
              <a:gd name="connsiteY5" fmla="*/ 1974850 h 3340100"/>
              <a:gd name="connsiteX6" fmla="*/ 12259 w 3166940"/>
              <a:gd name="connsiteY6" fmla="*/ 0 h 3340100"/>
              <a:gd name="connsiteX0" fmla="*/ 11103 w 3165784"/>
              <a:gd name="connsiteY0" fmla="*/ 0 h 3340100"/>
              <a:gd name="connsiteX1" fmla="*/ 3165784 w 3165784"/>
              <a:gd name="connsiteY1" fmla="*/ 0 h 3340100"/>
              <a:gd name="connsiteX2" fmla="*/ 3165784 w 3165784"/>
              <a:gd name="connsiteY2" fmla="*/ 3337560 h 3340100"/>
              <a:gd name="connsiteX3" fmla="*/ 1027103 w 3165784"/>
              <a:gd name="connsiteY3" fmla="*/ 3340100 h 3340100"/>
              <a:gd name="connsiteX4" fmla="*/ 188472 w 3165784"/>
              <a:gd name="connsiteY4" fmla="*/ 3119104 h 3340100"/>
              <a:gd name="connsiteX5" fmla="*/ 4753 w 3165784"/>
              <a:gd name="connsiteY5" fmla="*/ 1974850 h 3340100"/>
              <a:gd name="connsiteX6" fmla="*/ 11103 w 3165784"/>
              <a:gd name="connsiteY6" fmla="*/ 0 h 3340100"/>
              <a:gd name="connsiteX0" fmla="*/ 10295 w 3164976"/>
              <a:gd name="connsiteY0" fmla="*/ 0 h 3340100"/>
              <a:gd name="connsiteX1" fmla="*/ 3164976 w 3164976"/>
              <a:gd name="connsiteY1" fmla="*/ 0 h 3340100"/>
              <a:gd name="connsiteX2" fmla="*/ 3164976 w 3164976"/>
              <a:gd name="connsiteY2" fmla="*/ 3337560 h 3340100"/>
              <a:gd name="connsiteX3" fmla="*/ 1026295 w 3164976"/>
              <a:gd name="connsiteY3" fmla="*/ 3340100 h 3340100"/>
              <a:gd name="connsiteX4" fmla="*/ 205652 w 3164976"/>
              <a:gd name="connsiteY4" fmla="*/ 3147886 h 3340100"/>
              <a:gd name="connsiteX5" fmla="*/ 3945 w 3164976"/>
              <a:gd name="connsiteY5" fmla="*/ 1974850 h 3340100"/>
              <a:gd name="connsiteX6" fmla="*/ 10295 w 3164976"/>
              <a:gd name="connsiteY6" fmla="*/ 0 h 3340100"/>
              <a:gd name="connsiteX0" fmla="*/ 10722 w 3165403"/>
              <a:gd name="connsiteY0" fmla="*/ 0 h 3340100"/>
              <a:gd name="connsiteX1" fmla="*/ 3165403 w 3165403"/>
              <a:gd name="connsiteY1" fmla="*/ 0 h 3340100"/>
              <a:gd name="connsiteX2" fmla="*/ 3165403 w 3165403"/>
              <a:gd name="connsiteY2" fmla="*/ 3337560 h 3340100"/>
              <a:gd name="connsiteX3" fmla="*/ 1026722 w 3165403"/>
              <a:gd name="connsiteY3" fmla="*/ 3340100 h 3340100"/>
              <a:gd name="connsiteX4" fmla="*/ 206079 w 3165403"/>
              <a:gd name="connsiteY4" fmla="*/ 3147886 h 3340100"/>
              <a:gd name="connsiteX5" fmla="*/ 4372 w 3165403"/>
              <a:gd name="connsiteY5" fmla="*/ 1974850 h 3340100"/>
              <a:gd name="connsiteX6" fmla="*/ 10722 w 3165403"/>
              <a:gd name="connsiteY6" fmla="*/ 0 h 334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5403" h="3340100">
                <a:moveTo>
                  <a:pt x="10722" y="0"/>
                </a:moveTo>
                <a:lnTo>
                  <a:pt x="3165403" y="0"/>
                </a:lnTo>
                <a:lnTo>
                  <a:pt x="3165403" y="3337560"/>
                </a:lnTo>
                <a:lnTo>
                  <a:pt x="1026722" y="3340100"/>
                </a:lnTo>
                <a:cubicBezTo>
                  <a:pt x="485533" y="3331273"/>
                  <a:pt x="365680" y="3321463"/>
                  <a:pt x="206079" y="3147886"/>
                </a:cubicBezTo>
                <a:cubicBezTo>
                  <a:pt x="46478" y="2974309"/>
                  <a:pt x="-18232" y="2828082"/>
                  <a:pt x="4372" y="1974850"/>
                </a:cubicBezTo>
                <a:cubicBezTo>
                  <a:pt x="6489" y="1316567"/>
                  <a:pt x="8605" y="658283"/>
                  <a:pt x="10722" y="0"/>
                </a:cubicBezTo>
                <a:close/>
              </a:path>
            </a:pathLst>
          </a:custGeom>
          <a:gradFill>
            <a:gsLst>
              <a:gs pos="0">
                <a:srgbClr val="055EBC"/>
              </a:gs>
              <a:gs pos="22000">
                <a:srgbClr val="054F8E"/>
              </a:gs>
              <a:gs pos="57000">
                <a:srgbClr val="054777"/>
              </a:gs>
              <a:gs pos="100000">
                <a:srgbClr val="043F5F"/>
              </a:gs>
            </a:gsLst>
            <a:lin ang="14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2" name="Title 1">
            <a:extLst>
              <a:ext uri="{FF2B5EF4-FFF2-40B4-BE49-F238E27FC236}">
                <a16:creationId xmlns:a16="http://schemas.microsoft.com/office/drawing/2014/main" id="{2CCD953A-4D3A-8143-AC62-55EA9FA2C653}"/>
              </a:ext>
            </a:extLst>
          </p:cNvPr>
          <p:cNvSpPr>
            <a:spLocks noGrp="1"/>
          </p:cNvSpPr>
          <p:nvPr>
            <p:ph type="ctrTitle"/>
          </p:nvPr>
        </p:nvSpPr>
        <p:spPr>
          <a:xfrm>
            <a:off x="1224642" y="2110224"/>
            <a:ext cx="3412671" cy="2167862"/>
          </a:xfrm>
        </p:spPr>
        <p:txBody>
          <a:bodyPr anchor="ctr">
            <a:normAutofit/>
          </a:bodyPr>
          <a:lstStyle>
            <a:lvl1pPr algn="l">
              <a:defRPr sz="44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D8FAD6ED-2BA4-6E40-85F2-6FF2F4EC3F3B}"/>
              </a:ext>
            </a:extLst>
          </p:cNvPr>
          <p:cNvSpPr>
            <a:spLocks noGrp="1"/>
          </p:cNvSpPr>
          <p:nvPr>
            <p:ph type="subTitle" idx="1"/>
          </p:nvPr>
        </p:nvSpPr>
        <p:spPr>
          <a:xfrm>
            <a:off x="1224642" y="4588329"/>
            <a:ext cx="3412671" cy="1012371"/>
          </a:xfrm>
        </p:spPr>
        <p:txBody>
          <a:bodyP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3" name="TextBox 12">
            <a:hlinkClick r:id="rId4"/>
            <a:extLst>
              <a:ext uri="{FF2B5EF4-FFF2-40B4-BE49-F238E27FC236}">
                <a16:creationId xmlns:a16="http://schemas.microsoft.com/office/drawing/2014/main" id="{658D6719-4B3C-9947-BBD0-B5E52FFC1DAE}"/>
              </a:ext>
            </a:extLst>
          </p:cNvPr>
          <p:cNvSpPr txBox="1"/>
          <p:nvPr userDrawn="1"/>
        </p:nvSpPr>
        <p:spPr>
          <a:xfrm>
            <a:off x="266701" y="6378247"/>
            <a:ext cx="5072742" cy="230832"/>
          </a:xfrm>
          <a:prstGeom prst="rect">
            <a:avLst/>
          </a:prstGeom>
          <a:noFill/>
        </p:spPr>
        <p:txBody>
          <a:bodyPr wrap="square" rtlCol="0">
            <a:spAutoFit/>
          </a:bodyPr>
          <a:lstStyle/>
          <a:p>
            <a:pPr algn="l"/>
            <a:r>
              <a:rPr lang="en-US" sz="900" b="1" i="0" dirty="0">
                <a:solidFill>
                  <a:schemeClr val="accent3"/>
                </a:solidFill>
              </a:rPr>
              <a:t>© GREYLING INSURANCE BROKERAGE</a:t>
            </a:r>
            <a:r>
              <a:rPr lang="en-US" sz="900" b="1" i="0" baseline="0" dirty="0">
                <a:solidFill>
                  <a:schemeClr val="accent3"/>
                </a:solidFill>
              </a:rPr>
              <a:t> &amp; RISK CONSULTING </a:t>
            </a:r>
            <a:r>
              <a:rPr lang="en-US" sz="900" b="1" i="0" dirty="0">
                <a:solidFill>
                  <a:schemeClr val="accent3"/>
                </a:solidFill>
              </a:rPr>
              <a:t>| CA LICENSE 0B29370</a:t>
            </a:r>
          </a:p>
        </p:txBody>
      </p:sp>
      <p:pic>
        <p:nvPicPr>
          <p:cNvPr id="5" name="Picture 4">
            <a:extLst>
              <a:ext uri="{FF2B5EF4-FFF2-40B4-BE49-F238E27FC236}">
                <a16:creationId xmlns:a16="http://schemas.microsoft.com/office/drawing/2014/main" id="{FCCCA7BF-D861-95E1-F33B-61A806C588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0189147" y="432573"/>
            <a:ext cx="1630195" cy="1086797"/>
          </a:xfrm>
          <a:prstGeom prst="rect">
            <a:avLst/>
          </a:prstGeom>
        </p:spPr>
      </p:pic>
      <p:pic>
        <p:nvPicPr>
          <p:cNvPr id="6" name="Picture 5">
            <a:extLst>
              <a:ext uri="{FF2B5EF4-FFF2-40B4-BE49-F238E27FC236}">
                <a16:creationId xmlns:a16="http://schemas.microsoft.com/office/drawing/2014/main" id="{73953A4F-34FC-D625-54BE-1A97DC0DB418}"/>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11205706" y="6402874"/>
            <a:ext cx="613636" cy="289939"/>
          </a:xfrm>
          <a:prstGeom prst="rect">
            <a:avLst/>
          </a:prstGeom>
        </p:spPr>
      </p:pic>
    </p:spTree>
    <p:extLst>
      <p:ext uri="{BB962C8B-B14F-4D97-AF65-F5344CB8AC3E}">
        <p14:creationId xmlns:p14="http://schemas.microsoft.com/office/powerpoint/2010/main" val="6945369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hoto Backgro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99B084C-8DF2-8B45-BE7F-84B9027E70A9}"/>
              </a:ext>
            </a:extLst>
          </p:cNvPr>
          <p:cNvSpPr/>
          <p:nvPr userDrawn="1"/>
        </p:nvSpPr>
        <p:spPr>
          <a:xfrm>
            <a:off x="0" y="0"/>
            <a:ext cx="12192000" cy="6858000"/>
          </a:xfrm>
          <a:prstGeom prst="rect">
            <a:avLst/>
          </a:prstGeom>
          <a:solidFill>
            <a:schemeClr val="tx1">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CCD953A-4D3A-8143-AC62-55EA9FA2C653}"/>
              </a:ext>
            </a:extLst>
          </p:cNvPr>
          <p:cNvSpPr>
            <a:spLocks noGrp="1"/>
          </p:cNvSpPr>
          <p:nvPr>
            <p:ph type="ctrTitle"/>
          </p:nvPr>
        </p:nvSpPr>
        <p:spPr>
          <a:xfrm>
            <a:off x="1998089" y="2379147"/>
            <a:ext cx="8195823" cy="1525040"/>
          </a:xfrm>
        </p:spPr>
        <p:txBody>
          <a:bodyPr anchor="b">
            <a:normAutofit/>
          </a:bodyPr>
          <a:lstStyle>
            <a:lvl1pPr algn="ctr">
              <a:defRPr sz="4800">
                <a:solidFill>
                  <a:schemeClr val="bg2"/>
                </a:solidFill>
              </a:defRPr>
            </a:lvl1pPr>
          </a:lstStyle>
          <a:p>
            <a:r>
              <a:rPr lang="en-US" dirty="0"/>
              <a:t>Click to edit Master title style</a:t>
            </a:r>
          </a:p>
        </p:txBody>
      </p:sp>
      <p:sp>
        <p:nvSpPr>
          <p:cNvPr id="3" name="Subtitle 2">
            <a:extLst>
              <a:ext uri="{FF2B5EF4-FFF2-40B4-BE49-F238E27FC236}">
                <a16:creationId xmlns:a16="http://schemas.microsoft.com/office/drawing/2014/main" id="{D8FAD6ED-2BA4-6E40-85F2-6FF2F4EC3F3B}"/>
              </a:ext>
            </a:extLst>
          </p:cNvPr>
          <p:cNvSpPr>
            <a:spLocks noGrp="1"/>
          </p:cNvSpPr>
          <p:nvPr>
            <p:ph type="subTitle" idx="1"/>
          </p:nvPr>
        </p:nvSpPr>
        <p:spPr>
          <a:xfrm>
            <a:off x="1998089" y="3945750"/>
            <a:ext cx="8195823" cy="897484"/>
          </a:xfrm>
        </p:spPr>
        <p:txBody>
          <a:bodyPr>
            <a:normAutofit/>
          </a:bodyPr>
          <a:lstStyle>
            <a:lvl1pPr marL="0" indent="0" algn="ctr">
              <a:buNone/>
              <a:defRPr sz="20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Box 11">
            <a:hlinkClick r:id="rId3"/>
            <a:extLst>
              <a:ext uri="{FF2B5EF4-FFF2-40B4-BE49-F238E27FC236}">
                <a16:creationId xmlns:a16="http://schemas.microsoft.com/office/drawing/2014/main" id="{3B614E2C-0EED-2E49-A38C-E9320487B414}"/>
              </a:ext>
            </a:extLst>
          </p:cNvPr>
          <p:cNvSpPr txBox="1"/>
          <p:nvPr userDrawn="1"/>
        </p:nvSpPr>
        <p:spPr>
          <a:xfrm>
            <a:off x="3729476" y="6378247"/>
            <a:ext cx="5006310" cy="230832"/>
          </a:xfrm>
          <a:prstGeom prst="rect">
            <a:avLst/>
          </a:prstGeom>
          <a:noFill/>
        </p:spPr>
        <p:txBody>
          <a:bodyPr wrap="square" rtlCol="0">
            <a:spAutoFit/>
          </a:bodyPr>
          <a:lstStyle/>
          <a:p>
            <a:pPr algn="l"/>
            <a:r>
              <a:rPr lang="en-US" sz="900" b="1" i="0" dirty="0">
                <a:solidFill>
                  <a:schemeClr val="bg1">
                    <a:lumMod val="95000"/>
                  </a:schemeClr>
                </a:solidFill>
              </a:rPr>
              <a:t>© GREYLING INSURANCE BROKERAGE</a:t>
            </a:r>
            <a:r>
              <a:rPr lang="en-US" sz="900" b="1" i="0" baseline="0" dirty="0">
                <a:solidFill>
                  <a:schemeClr val="bg1">
                    <a:lumMod val="95000"/>
                  </a:schemeClr>
                </a:solidFill>
              </a:rPr>
              <a:t> &amp; RISK CONSULTING </a:t>
            </a:r>
            <a:r>
              <a:rPr lang="en-US" sz="900" b="1" i="0" dirty="0">
                <a:solidFill>
                  <a:schemeClr val="bg1">
                    <a:lumMod val="95000"/>
                  </a:schemeClr>
                </a:solidFill>
              </a:rPr>
              <a:t>| CA LICENSE 0B29370</a:t>
            </a:r>
          </a:p>
        </p:txBody>
      </p:sp>
    </p:spTree>
    <p:extLst>
      <p:ext uri="{BB962C8B-B14F-4D97-AF65-F5344CB8AC3E}">
        <p14:creationId xmlns:p14="http://schemas.microsoft.com/office/powerpoint/2010/main" val="661247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59B9A-3D8D-6A42-993D-D42736AC49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2E0754-8937-E34A-92A1-CB8273737188}"/>
              </a:ext>
            </a:extLst>
          </p:cNvPr>
          <p:cNvSpPr>
            <a:spLocks noGrp="1"/>
          </p:cNvSpPr>
          <p:nvPr>
            <p:ph idx="1"/>
          </p:nvPr>
        </p:nvSpPr>
        <p:spPr>
          <a:xfrm>
            <a:off x="304800" y="1353313"/>
            <a:ext cx="11625086" cy="4681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Footer Placeholder 4">
            <a:extLst>
              <a:ext uri="{FF2B5EF4-FFF2-40B4-BE49-F238E27FC236}">
                <a16:creationId xmlns:a16="http://schemas.microsoft.com/office/drawing/2014/main" id="{954E9983-FA90-8249-A239-F1BED6BF6400}"/>
              </a:ext>
            </a:extLst>
          </p:cNvPr>
          <p:cNvSpPr>
            <a:spLocks noGrp="1"/>
          </p:cNvSpPr>
          <p:nvPr>
            <p:ph type="ftr" sz="quarter" idx="3"/>
          </p:nvPr>
        </p:nvSpPr>
        <p:spPr>
          <a:xfrm>
            <a:off x="304799" y="6313486"/>
            <a:ext cx="325483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GREYLING INSURANCE BROKERAGE &amp; RISK CONSULTING</a:t>
            </a:r>
          </a:p>
        </p:txBody>
      </p:sp>
      <p:pic>
        <p:nvPicPr>
          <p:cNvPr id="4" name="Picture 3">
            <a:extLst>
              <a:ext uri="{FF2B5EF4-FFF2-40B4-BE49-F238E27FC236}">
                <a16:creationId xmlns:a16="http://schemas.microsoft.com/office/drawing/2014/main" id="{FE4763D1-73A5-4A40-AF3E-DD69D72D33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96722" y="230191"/>
            <a:ext cx="1630195" cy="1086797"/>
          </a:xfrm>
          <a:prstGeom prst="rect">
            <a:avLst/>
          </a:prstGeom>
        </p:spPr>
      </p:pic>
    </p:spTree>
    <p:extLst>
      <p:ext uri="{BB962C8B-B14F-4D97-AF65-F5344CB8AC3E}">
        <p14:creationId xmlns:p14="http://schemas.microsoft.com/office/powerpoint/2010/main" val="2808415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59B9A-3D8D-6A42-993D-D42736AC4946}"/>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52E0754-8937-E34A-92A1-CB8273737188}"/>
              </a:ext>
            </a:extLst>
          </p:cNvPr>
          <p:cNvSpPr>
            <a:spLocks noGrp="1"/>
          </p:cNvSpPr>
          <p:nvPr>
            <p:ph idx="1"/>
          </p:nvPr>
        </p:nvSpPr>
        <p:spPr>
          <a:xfrm>
            <a:off x="304800" y="1353313"/>
            <a:ext cx="11625086" cy="468132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a:extLst>
              <a:ext uri="{FF2B5EF4-FFF2-40B4-BE49-F238E27FC236}">
                <a16:creationId xmlns:a16="http://schemas.microsoft.com/office/drawing/2014/main" id="{D127E8B9-7CC2-B948-87C9-56315A17CC8B}"/>
              </a:ext>
            </a:extLst>
          </p:cNvPr>
          <p:cNvSpPr>
            <a:spLocks noGrp="1"/>
          </p:cNvSpPr>
          <p:nvPr>
            <p:ph type="sldNum" sz="quarter" idx="12"/>
          </p:nvPr>
        </p:nvSpPr>
        <p:spPr>
          <a:xfrm>
            <a:off x="11311820" y="6313486"/>
            <a:ext cx="618066" cy="365125"/>
          </a:xfrm>
        </p:spPr>
        <p:txBody>
          <a:bodyPr/>
          <a:lstStyle>
            <a:lvl1pPr>
              <a:defRPr>
                <a:solidFill>
                  <a:schemeClr val="bg1"/>
                </a:solidFill>
              </a:defRPr>
            </a:lvl1pPr>
          </a:lstStyle>
          <a:p>
            <a:fld id="{196AF507-5BE0-AD45-B8C0-F7B01F444CE4}" type="slidenum">
              <a:rPr lang="en-US" smtClean="0"/>
              <a:pPr/>
              <a:t>‹#›</a:t>
            </a:fld>
            <a:endParaRPr lang="en-US" dirty="0"/>
          </a:p>
        </p:txBody>
      </p:sp>
      <p:pic>
        <p:nvPicPr>
          <p:cNvPr id="4" name="Picture 3">
            <a:extLst>
              <a:ext uri="{FF2B5EF4-FFF2-40B4-BE49-F238E27FC236}">
                <a16:creationId xmlns:a16="http://schemas.microsoft.com/office/drawing/2014/main" id="{ACDC30C1-BEB3-CAF6-2F4D-24A9E56D40B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61805" y="200214"/>
            <a:ext cx="1630195" cy="1086797"/>
          </a:xfrm>
          <a:prstGeom prst="rect">
            <a:avLst/>
          </a:prstGeom>
        </p:spPr>
      </p:pic>
    </p:spTree>
    <p:extLst>
      <p:ext uri="{BB962C8B-B14F-4D97-AF65-F5344CB8AC3E}">
        <p14:creationId xmlns:p14="http://schemas.microsoft.com/office/powerpoint/2010/main" val="38458787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Content Slide with Gradient Background">
    <p:bg>
      <p:bgPr>
        <a:gradFill>
          <a:gsLst>
            <a:gs pos="0">
              <a:srgbClr val="055EBC"/>
            </a:gs>
            <a:gs pos="27000">
              <a:srgbClr val="054F8E"/>
            </a:gs>
            <a:gs pos="55000">
              <a:srgbClr val="054777"/>
            </a:gs>
            <a:gs pos="100000">
              <a:srgbClr val="043F5F"/>
            </a:gs>
          </a:gsLst>
          <a:lin ang="39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59B9A-3D8D-6A42-993D-D42736AC4946}"/>
              </a:ext>
            </a:extLst>
          </p:cNvPr>
          <p:cNvSpPr>
            <a:spLocks noGrp="1"/>
          </p:cNvSpPr>
          <p:nvPr>
            <p:ph type="title"/>
          </p:nvPr>
        </p:nvSpPr>
        <p:spPr>
          <a:xfrm>
            <a:off x="1502229" y="781039"/>
            <a:ext cx="9275837" cy="1513365"/>
          </a:xfrm>
        </p:spPr>
        <p:txBody>
          <a:bodyP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52E0754-8937-E34A-92A1-CB8273737188}"/>
              </a:ext>
            </a:extLst>
          </p:cNvPr>
          <p:cNvSpPr>
            <a:spLocks noGrp="1"/>
          </p:cNvSpPr>
          <p:nvPr>
            <p:ph idx="1"/>
          </p:nvPr>
        </p:nvSpPr>
        <p:spPr>
          <a:xfrm>
            <a:off x="1502229" y="2530929"/>
            <a:ext cx="9275838" cy="333102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2DBE52A6-3DE5-E843-8BA1-13C08F7A5BBA}"/>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pic>
        <p:nvPicPr>
          <p:cNvPr id="4" name="Picture 3">
            <a:extLst>
              <a:ext uri="{FF2B5EF4-FFF2-40B4-BE49-F238E27FC236}">
                <a16:creationId xmlns:a16="http://schemas.microsoft.com/office/drawing/2014/main" id="{71C14EF7-F790-0212-B435-267C4FF9B82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61805" y="119378"/>
            <a:ext cx="1630195" cy="1086797"/>
          </a:xfrm>
          <a:prstGeom prst="rect">
            <a:avLst/>
          </a:prstGeom>
        </p:spPr>
      </p:pic>
    </p:spTree>
    <p:extLst>
      <p:ext uri="{BB962C8B-B14F-4D97-AF65-F5344CB8AC3E}">
        <p14:creationId xmlns:p14="http://schemas.microsoft.com/office/powerpoint/2010/main" val="2973488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Content Slide with Black Backgroun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59B9A-3D8D-6A42-993D-D42736AC4946}"/>
              </a:ext>
            </a:extLst>
          </p:cNvPr>
          <p:cNvSpPr>
            <a:spLocks noGrp="1"/>
          </p:cNvSpPr>
          <p:nvPr>
            <p:ph type="title"/>
          </p:nvPr>
        </p:nvSpPr>
        <p:spPr>
          <a:xfrm>
            <a:off x="1502229" y="781039"/>
            <a:ext cx="9275837" cy="1513365"/>
          </a:xfrm>
        </p:spPr>
        <p:txBody>
          <a:bodyP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52E0754-8937-E34A-92A1-CB8273737188}"/>
              </a:ext>
            </a:extLst>
          </p:cNvPr>
          <p:cNvSpPr>
            <a:spLocks noGrp="1"/>
          </p:cNvSpPr>
          <p:nvPr>
            <p:ph idx="1"/>
          </p:nvPr>
        </p:nvSpPr>
        <p:spPr>
          <a:xfrm>
            <a:off x="1502229" y="2530929"/>
            <a:ext cx="9275838" cy="333102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2DBE52A6-3DE5-E843-8BA1-13C08F7A5BBA}"/>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pic>
        <p:nvPicPr>
          <p:cNvPr id="4" name="Picture 3">
            <a:extLst>
              <a:ext uri="{FF2B5EF4-FFF2-40B4-BE49-F238E27FC236}">
                <a16:creationId xmlns:a16="http://schemas.microsoft.com/office/drawing/2014/main" id="{D179AFED-E339-D064-52B8-1956FB0967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61805" y="117850"/>
            <a:ext cx="1630195" cy="1086797"/>
          </a:xfrm>
          <a:prstGeom prst="rect">
            <a:avLst/>
          </a:prstGeom>
        </p:spPr>
      </p:pic>
    </p:spTree>
    <p:extLst>
      <p:ext uri="{BB962C8B-B14F-4D97-AF65-F5344CB8AC3E}">
        <p14:creationId xmlns:p14="http://schemas.microsoft.com/office/powerpoint/2010/main" val="3489936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F4349BD-61E9-0D48-9929-FC0AB8879C9A}"/>
              </a:ext>
            </a:extLst>
          </p:cNvPr>
          <p:cNvSpPr/>
          <p:nvPr userDrawn="1"/>
        </p:nvSpPr>
        <p:spPr>
          <a:xfrm flipH="1">
            <a:off x="0" y="0"/>
            <a:ext cx="4267200" cy="685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2">
            <a:extLst>
              <a:ext uri="{FF2B5EF4-FFF2-40B4-BE49-F238E27FC236}">
                <a16:creationId xmlns:a16="http://schemas.microsoft.com/office/drawing/2014/main" id="{34ECDA1B-672D-104A-A23D-C7B73949C4C1}"/>
              </a:ext>
            </a:extLst>
          </p:cNvPr>
          <p:cNvSpPr/>
          <p:nvPr userDrawn="1"/>
        </p:nvSpPr>
        <p:spPr>
          <a:xfrm>
            <a:off x="1750771" y="1800019"/>
            <a:ext cx="3087559" cy="3257962"/>
          </a:xfrm>
          <a:custGeom>
            <a:avLst/>
            <a:gdLst>
              <a:gd name="connsiteX0" fmla="*/ 0 w 3154681"/>
              <a:gd name="connsiteY0" fmla="*/ 0 h 3337560"/>
              <a:gd name="connsiteX1" fmla="*/ 3154681 w 3154681"/>
              <a:gd name="connsiteY1" fmla="*/ 0 h 3337560"/>
              <a:gd name="connsiteX2" fmla="*/ 3154681 w 3154681"/>
              <a:gd name="connsiteY2" fmla="*/ 3337560 h 3337560"/>
              <a:gd name="connsiteX3" fmla="*/ 0 w 3154681"/>
              <a:gd name="connsiteY3" fmla="*/ 3337560 h 3337560"/>
              <a:gd name="connsiteX4" fmla="*/ 0 w 3154681"/>
              <a:gd name="connsiteY4" fmla="*/ 0 h 3337560"/>
              <a:gd name="connsiteX0" fmla="*/ 6350 w 3161031"/>
              <a:gd name="connsiteY0" fmla="*/ 0 h 3337560"/>
              <a:gd name="connsiteX1" fmla="*/ 3161031 w 3161031"/>
              <a:gd name="connsiteY1" fmla="*/ 0 h 3337560"/>
              <a:gd name="connsiteX2" fmla="*/ 3161031 w 3161031"/>
              <a:gd name="connsiteY2" fmla="*/ 3337560 h 3337560"/>
              <a:gd name="connsiteX3" fmla="*/ 6350 w 3161031"/>
              <a:gd name="connsiteY3" fmla="*/ 3337560 h 3337560"/>
              <a:gd name="connsiteX4" fmla="*/ 0 w 3161031"/>
              <a:gd name="connsiteY4" fmla="*/ 1974850 h 3337560"/>
              <a:gd name="connsiteX5" fmla="*/ 6350 w 3161031"/>
              <a:gd name="connsiteY5" fmla="*/ 0 h 3337560"/>
              <a:gd name="connsiteX0" fmla="*/ 235570 w 3390251"/>
              <a:gd name="connsiteY0" fmla="*/ 0 h 3337560"/>
              <a:gd name="connsiteX1" fmla="*/ 3390251 w 3390251"/>
              <a:gd name="connsiteY1" fmla="*/ 0 h 3337560"/>
              <a:gd name="connsiteX2" fmla="*/ 3390251 w 3390251"/>
              <a:gd name="connsiteY2" fmla="*/ 3337560 h 3337560"/>
              <a:gd name="connsiteX3" fmla="*/ 235570 w 3390251"/>
              <a:gd name="connsiteY3" fmla="*/ 3337560 h 3337560"/>
              <a:gd name="connsiteX4" fmla="*/ 229220 w 3390251"/>
              <a:gd name="connsiteY4" fmla="*/ 2101850 h 3337560"/>
              <a:gd name="connsiteX5" fmla="*/ 229220 w 3390251"/>
              <a:gd name="connsiteY5" fmla="*/ 1974850 h 3337560"/>
              <a:gd name="connsiteX6" fmla="*/ 235570 w 3390251"/>
              <a:gd name="connsiteY6" fmla="*/ 0 h 3337560"/>
              <a:gd name="connsiteX0" fmla="*/ 7144 w 3161825"/>
              <a:gd name="connsiteY0" fmla="*/ 0 h 3337560"/>
              <a:gd name="connsiteX1" fmla="*/ 3161825 w 3161825"/>
              <a:gd name="connsiteY1" fmla="*/ 0 h 3337560"/>
              <a:gd name="connsiteX2" fmla="*/ 3161825 w 3161825"/>
              <a:gd name="connsiteY2" fmla="*/ 3337560 h 3337560"/>
              <a:gd name="connsiteX3" fmla="*/ 7144 w 3161825"/>
              <a:gd name="connsiteY3" fmla="*/ 3337560 h 3337560"/>
              <a:gd name="connsiteX4" fmla="*/ 794 w 3161825"/>
              <a:gd name="connsiteY4" fmla="*/ 2101850 h 3337560"/>
              <a:gd name="connsiteX5" fmla="*/ 794 w 3161825"/>
              <a:gd name="connsiteY5" fmla="*/ 1974850 h 3337560"/>
              <a:gd name="connsiteX6" fmla="*/ 7144 w 3161825"/>
              <a:gd name="connsiteY6" fmla="*/ 0 h 3337560"/>
              <a:gd name="connsiteX0" fmla="*/ 7144 w 3161825"/>
              <a:gd name="connsiteY0" fmla="*/ 0 h 3340100"/>
              <a:gd name="connsiteX1" fmla="*/ 3161825 w 3161825"/>
              <a:gd name="connsiteY1" fmla="*/ 0 h 3340100"/>
              <a:gd name="connsiteX2" fmla="*/ 3161825 w 3161825"/>
              <a:gd name="connsiteY2" fmla="*/ 3337560 h 3340100"/>
              <a:gd name="connsiteX3" fmla="*/ 889794 w 3161825"/>
              <a:gd name="connsiteY3" fmla="*/ 3340100 h 3340100"/>
              <a:gd name="connsiteX4" fmla="*/ 7144 w 3161825"/>
              <a:gd name="connsiteY4" fmla="*/ 3337560 h 3340100"/>
              <a:gd name="connsiteX5" fmla="*/ 794 w 3161825"/>
              <a:gd name="connsiteY5" fmla="*/ 2101850 h 3340100"/>
              <a:gd name="connsiteX6" fmla="*/ 794 w 3161825"/>
              <a:gd name="connsiteY6" fmla="*/ 1974850 h 3340100"/>
              <a:gd name="connsiteX7" fmla="*/ 7144 w 3161825"/>
              <a:gd name="connsiteY7"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7144 w 3161825"/>
              <a:gd name="connsiteY5" fmla="*/ 3337560 h 3340100"/>
              <a:gd name="connsiteX6" fmla="*/ 794 w 3161825"/>
              <a:gd name="connsiteY6" fmla="*/ 2101850 h 3340100"/>
              <a:gd name="connsiteX7" fmla="*/ 794 w 3161825"/>
              <a:gd name="connsiteY7" fmla="*/ 1974850 h 3340100"/>
              <a:gd name="connsiteX8" fmla="*/ 7144 w 3161825"/>
              <a:gd name="connsiteY8" fmla="*/ 0 h 3340100"/>
              <a:gd name="connsiteX0" fmla="*/ 67294 w 3221975"/>
              <a:gd name="connsiteY0" fmla="*/ 0 h 3429850"/>
              <a:gd name="connsiteX1" fmla="*/ 3221975 w 3221975"/>
              <a:gd name="connsiteY1" fmla="*/ 0 h 3429850"/>
              <a:gd name="connsiteX2" fmla="*/ 3221975 w 3221975"/>
              <a:gd name="connsiteY2" fmla="*/ 3337560 h 3429850"/>
              <a:gd name="connsiteX3" fmla="*/ 1083294 w 3221975"/>
              <a:gd name="connsiteY3" fmla="*/ 3340100 h 3429850"/>
              <a:gd name="connsiteX4" fmla="*/ 949944 w 3221975"/>
              <a:gd name="connsiteY4" fmla="*/ 3340100 h 3429850"/>
              <a:gd name="connsiteX5" fmla="*/ 67294 w 3221975"/>
              <a:gd name="connsiteY5" fmla="*/ 3337560 h 3429850"/>
              <a:gd name="connsiteX6" fmla="*/ 60944 w 3221975"/>
              <a:gd name="connsiteY6" fmla="*/ 2101850 h 3429850"/>
              <a:gd name="connsiteX7" fmla="*/ 60944 w 3221975"/>
              <a:gd name="connsiteY7" fmla="*/ 1974850 h 3429850"/>
              <a:gd name="connsiteX8" fmla="*/ 67294 w 3221975"/>
              <a:gd name="connsiteY8" fmla="*/ 0 h 342985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101850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134144 w 3161825"/>
              <a:gd name="connsiteY5" fmla="*/ 3032760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216890 w 3161825"/>
              <a:gd name="connsiteY5" fmla="*/ 3133494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889794 w 3161825"/>
              <a:gd name="connsiteY4" fmla="*/ 3340100 h 3340100"/>
              <a:gd name="connsiteX5" fmla="*/ 216890 w 3161825"/>
              <a:gd name="connsiteY5" fmla="*/ 3133494 h 3340100"/>
              <a:gd name="connsiteX6" fmla="*/ 794 w 3161825"/>
              <a:gd name="connsiteY6" fmla="*/ 2490395 h 3340100"/>
              <a:gd name="connsiteX7" fmla="*/ 794 w 3161825"/>
              <a:gd name="connsiteY7" fmla="*/ 1974850 h 3340100"/>
              <a:gd name="connsiteX8" fmla="*/ 7144 w 3161825"/>
              <a:gd name="connsiteY8"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216890 w 3161825"/>
              <a:gd name="connsiteY4" fmla="*/ 3133494 h 3340100"/>
              <a:gd name="connsiteX5" fmla="*/ 794 w 3161825"/>
              <a:gd name="connsiteY5" fmla="*/ 2490395 h 3340100"/>
              <a:gd name="connsiteX6" fmla="*/ 794 w 3161825"/>
              <a:gd name="connsiteY6" fmla="*/ 1974850 h 3340100"/>
              <a:gd name="connsiteX7" fmla="*/ 7144 w 3161825"/>
              <a:gd name="connsiteY7" fmla="*/ 0 h 3340100"/>
              <a:gd name="connsiteX0" fmla="*/ 7144 w 3161825"/>
              <a:gd name="connsiteY0" fmla="*/ 0 h 3340100"/>
              <a:gd name="connsiteX1" fmla="*/ 3161825 w 3161825"/>
              <a:gd name="connsiteY1" fmla="*/ 0 h 3340100"/>
              <a:gd name="connsiteX2" fmla="*/ 3161825 w 3161825"/>
              <a:gd name="connsiteY2" fmla="*/ 3337560 h 3340100"/>
              <a:gd name="connsiteX3" fmla="*/ 1023144 w 3161825"/>
              <a:gd name="connsiteY3" fmla="*/ 3340100 h 3340100"/>
              <a:gd name="connsiteX4" fmla="*/ 216890 w 3161825"/>
              <a:gd name="connsiteY4" fmla="*/ 3133494 h 3340100"/>
              <a:gd name="connsiteX5" fmla="*/ 794 w 3161825"/>
              <a:gd name="connsiteY5" fmla="*/ 2490395 h 3340100"/>
              <a:gd name="connsiteX6" fmla="*/ 794 w 3161825"/>
              <a:gd name="connsiteY6" fmla="*/ 1974850 h 3340100"/>
              <a:gd name="connsiteX7" fmla="*/ 7144 w 3161825"/>
              <a:gd name="connsiteY7"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216096 w 3161031"/>
              <a:gd name="connsiteY4" fmla="*/ 3133494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44144 w 3161031"/>
              <a:gd name="connsiteY4" fmla="*/ 3122702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44144 w 3161031"/>
              <a:gd name="connsiteY4" fmla="*/ 3122702 h 3340100"/>
              <a:gd name="connsiteX5" fmla="*/ 0 w 3161031"/>
              <a:gd name="connsiteY5" fmla="*/ 1974850 h 3340100"/>
              <a:gd name="connsiteX6" fmla="*/ 6350 w 3161031"/>
              <a:gd name="connsiteY6" fmla="*/ 0 h 3340100"/>
              <a:gd name="connsiteX0" fmla="*/ 10800 w 3165481"/>
              <a:gd name="connsiteY0" fmla="*/ 0 h 3358187"/>
              <a:gd name="connsiteX1" fmla="*/ 3165481 w 3165481"/>
              <a:gd name="connsiteY1" fmla="*/ 0 h 3358187"/>
              <a:gd name="connsiteX2" fmla="*/ 3165481 w 3165481"/>
              <a:gd name="connsiteY2" fmla="*/ 3337560 h 3358187"/>
              <a:gd name="connsiteX3" fmla="*/ 1026800 w 3165481"/>
              <a:gd name="connsiteY3" fmla="*/ 3340100 h 3358187"/>
              <a:gd name="connsiteX4" fmla="*/ 148594 w 3165481"/>
              <a:gd name="connsiteY4" fmla="*/ 3122702 h 3358187"/>
              <a:gd name="connsiteX5" fmla="*/ 4450 w 3165481"/>
              <a:gd name="connsiteY5" fmla="*/ 1974850 h 3358187"/>
              <a:gd name="connsiteX6" fmla="*/ 10800 w 3165481"/>
              <a:gd name="connsiteY6" fmla="*/ 0 h 3358187"/>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58534 w 3161031"/>
              <a:gd name="connsiteY4" fmla="*/ 3065140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72925 w 3161031"/>
              <a:gd name="connsiteY4" fmla="*/ 3072335 h 3340100"/>
              <a:gd name="connsiteX5" fmla="*/ 0 w 3161031"/>
              <a:gd name="connsiteY5" fmla="*/ 1974850 h 3340100"/>
              <a:gd name="connsiteX6" fmla="*/ 6350 w 3161031"/>
              <a:gd name="connsiteY6" fmla="*/ 0 h 3340100"/>
              <a:gd name="connsiteX0" fmla="*/ 9129 w 3163810"/>
              <a:gd name="connsiteY0" fmla="*/ 0 h 3340100"/>
              <a:gd name="connsiteX1" fmla="*/ 3163810 w 3163810"/>
              <a:gd name="connsiteY1" fmla="*/ 0 h 3340100"/>
              <a:gd name="connsiteX2" fmla="*/ 3163810 w 3163810"/>
              <a:gd name="connsiteY2" fmla="*/ 3337560 h 3340100"/>
              <a:gd name="connsiteX3" fmla="*/ 1025129 w 3163810"/>
              <a:gd name="connsiteY3" fmla="*/ 3340100 h 3340100"/>
              <a:gd name="connsiteX4" fmla="*/ 175704 w 3163810"/>
              <a:gd name="connsiteY4" fmla="*/ 3072335 h 3340100"/>
              <a:gd name="connsiteX5" fmla="*/ 2779 w 3163810"/>
              <a:gd name="connsiteY5" fmla="*/ 1974850 h 3340100"/>
              <a:gd name="connsiteX6" fmla="*/ 9129 w 3163810"/>
              <a:gd name="connsiteY6" fmla="*/ 0 h 3340100"/>
              <a:gd name="connsiteX0" fmla="*/ 7614 w 3162295"/>
              <a:gd name="connsiteY0" fmla="*/ 0 h 3346738"/>
              <a:gd name="connsiteX1" fmla="*/ 3162295 w 3162295"/>
              <a:gd name="connsiteY1" fmla="*/ 0 h 3346738"/>
              <a:gd name="connsiteX2" fmla="*/ 3162295 w 3162295"/>
              <a:gd name="connsiteY2" fmla="*/ 3337560 h 3346738"/>
              <a:gd name="connsiteX3" fmla="*/ 1023614 w 3162295"/>
              <a:gd name="connsiteY3" fmla="*/ 3340100 h 3346738"/>
              <a:gd name="connsiteX4" fmla="*/ 177787 w 3162295"/>
              <a:gd name="connsiteY4" fmla="*/ 3104714 h 3346738"/>
              <a:gd name="connsiteX5" fmla="*/ 1264 w 3162295"/>
              <a:gd name="connsiteY5" fmla="*/ 1974850 h 3346738"/>
              <a:gd name="connsiteX6" fmla="*/ 7614 w 3162295"/>
              <a:gd name="connsiteY6" fmla="*/ 0 h 3346738"/>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76523 w 3161031"/>
              <a:gd name="connsiteY4" fmla="*/ 3104714 h 3340100"/>
              <a:gd name="connsiteX5" fmla="*/ 0 w 3161031"/>
              <a:gd name="connsiteY5" fmla="*/ 1974850 h 3340100"/>
              <a:gd name="connsiteX6" fmla="*/ 6350 w 3161031"/>
              <a:gd name="connsiteY6" fmla="*/ 0 h 3340100"/>
              <a:gd name="connsiteX0" fmla="*/ 6350 w 3161031"/>
              <a:gd name="connsiteY0" fmla="*/ 0 h 3340100"/>
              <a:gd name="connsiteX1" fmla="*/ 3161031 w 3161031"/>
              <a:gd name="connsiteY1" fmla="*/ 0 h 3340100"/>
              <a:gd name="connsiteX2" fmla="*/ 3161031 w 3161031"/>
              <a:gd name="connsiteY2" fmla="*/ 3337560 h 3340100"/>
              <a:gd name="connsiteX3" fmla="*/ 1022350 w 3161031"/>
              <a:gd name="connsiteY3" fmla="*/ 3340100 h 3340100"/>
              <a:gd name="connsiteX4" fmla="*/ 165730 w 3161031"/>
              <a:gd name="connsiteY4" fmla="*/ 3115507 h 3340100"/>
              <a:gd name="connsiteX5" fmla="*/ 0 w 3161031"/>
              <a:gd name="connsiteY5" fmla="*/ 1974850 h 3340100"/>
              <a:gd name="connsiteX6" fmla="*/ 6350 w 3161031"/>
              <a:gd name="connsiteY6" fmla="*/ 0 h 3340100"/>
              <a:gd name="connsiteX0" fmla="*/ 12259 w 3166940"/>
              <a:gd name="connsiteY0" fmla="*/ 0 h 3340100"/>
              <a:gd name="connsiteX1" fmla="*/ 3166940 w 3166940"/>
              <a:gd name="connsiteY1" fmla="*/ 0 h 3340100"/>
              <a:gd name="connsiteX2" fmla="*/ 3166940 w 3166940"/>
              <a:gd name="connsiteY2" fmla="*/ 3337560 h 3340100"/>
              <a:gd name="connsiteX3" fmla="*/ 1028259 w 3166940"/>
              <a:gd name="connsiteY3" fmla="*/ 3340100 h 3340100"/>
              <a:gd name="connsiteX4" fmla="*/ 171639 w 3166940"/>
              <a:gd name="connsiteY4" fmla="*/ 3115507 h 3340100"/>
              <a:gd name="connsiteX5" fmla="*/ 5909 w 3166940"/>
              <a:gd name="connsiteY5" fmla="*/ 1974850 h 3340100"/>
              <a:gd name="connsiteX6" fmla="*/ 12259 w 3166940"/>
              <a:gd name="connsiteY6" fmla="*/ 0 h 3340100"/>
              <a:gd name="connsiteX0" fmla="*/ 12259 w 3166940"/>
              <a:gd name="connsiteY0" fmla="*/ 0 h 3340100"/>
              <a:gd name="connsiteX1" fmla="*/ 3166940 w 3166940"/>
              <a:gd name="connsiteY1" fmla="*/ 0 h 3340100"/>
              <a:gd name="connsiteX2" fmla="*/ 3166940 w 3166940"/>
              <a:gd name="connsiteY2" fmla="*/ 3337560 h 3340100"/>
              <a:gd name="connsiteX3" fmla="*/ 1028259 w 3166940"/>
              <a:gd name="connsiteY3" fmla="*/ 3340100 h 3340100"/>
              <a:gd name="connsiteX4" fmla="*/ 171639 w 3166940"/>
              <a:gd name="connsiteY4" fmla="*/ 3115507 h 3340100"/>
              <a:gd name="connsiteX5" fmla="*/ 5909 w 3166940"/>
              <a:gd name="connsiteY5" fmla="*/ 1974850 h 3340100"/>
              <a:gd name="connsiteX6" fmla="*/ 12259 w 3166940"/>
              <a:gd name="connsiteY6" fmla="*/ 0 h 3340100"/>
              <a:gd name="connsiteX0" fmla="*/ 11103 w 3165784"/>
              <a:gd name="connsiteY0" fmla="*/ 0 h 3340100"/>
              <a:gd name="connsiteX1" fmla="*/ 3165784 w 3165784"/>
              <a:gd name="connsiteY1" fmla="*/ 0 h 3340100"/>
              <a:gd name="connsiteX2" fmla="*/ 3165784 w 3165784"/>
              <a:gd name="connsiteY2" fmla="*/ 3337560 h 3340100"/>
              <a:gd name="connsiteX3" fmla="*/ 1027103 w 3165784"/>
              <a:gd name="connsiteY3" fmla="*/ 3340100 h 3340100"/>
              <a:gd name="connsiteX4" fmla="*/ 188472 w 3165784"/>
              <a:gd name="connsiteY4" fmla="*/ 3119104 h 3340100"/>
              <a:gd name="connsiteX5" fmla="*/ 4753 w 3165784"/>
              <a:gd name="connsiteY5" fmla="*/ 1974850 h 3340100"/>
              <a:gd name="connsiteX6" fmla="*/ 11103 w 3165784"/>
              <a:gd name="connsiteY6" fmla="*/ 0 h 3340100"/>
              <a:gd name="connsiteX0" fmla="*/ 10295 w 3164976"/>
              <a:gd name="connsiteY0" fmla="*/ 0 h 3340100"/>
              <a:gd name="connsiteX1" fmla="*/ 3164976 w 3164976"/>
              <a:gd name="connsiteY1" fmla="*/ 0 h 3340100"/>
              <a:gd name="connsiteX2" fmla="*/ 3164976 w 3164976"/>
              <a:gd name="connsiteY2" fmla="*/ 3337560 h 3340100"/>
              <a:gd name="connsiteX3" fmla="*/ 1026295 w 3164976"/>
              <a:gd name="connsiteY3" fmla="*/ 3340100 h 3340100"/>
              <a:gd name="connsiteX4" fmla="*/ 205652 w 3164976"/>
              <a:gd name="connsiteY4" fmla="*/ 3147886 h 3340100"/>
              <a:gd name="connsiteX5" fmla="*/ 3945 w 3164976"/>
              <a:gd name="connsiteY5" fmla="*/ 1974850 h 3340100"/>
              <a:gd name="connsiteX6" fmla="*/ 10295 w 3164976"/>
              <a:gd name="connsiteY6" fmla="*/ 0 h 3340100"/>
              <a:gd name="connsiteX0" fmla="*/ 10722 w 3165403"/>
              <a:gd name="connsiteY0" fmla="*/ 0 h 3340100"/>
              <a:gd name="connsiteX1" fmla="*/ 3165403 w 3165403"/>
              <a:gd name="connsiteY1" fmla="*/ 0 h 3340100"/>
              <a:gd name="connsiteX2" fmla="*/ 3165403 w 3165403"/>
              <a:gd name="connsiteY2" fmla="*/ 3337560 h 3340100"/>
              <a:gd name="connsiteX3" fmla="*/ 1026722 w 3165403"/>
              <a:gd name="connsiteY3" fmla="*/ 3340100 h 3340100"/>
              <a:gd name="connsiteX4" fmla="*/ 206079 w 3165403"/>
              <a:gd name="connsiteY4" fmla="*/ 3147886 h 3340100"/>
              <a:gd name="connsiteX5" fmla="*/ 4372 w 3165403"/>
              <a:gd name="connsiteY5" fmla="*/ 1974850 h 3340100"/>
              <a:gd name="connsiteX6" fmla="*/ 10722 w 3165403"/>
              <a:gd name="connsiteY6" fmla="*/ 0 h 334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5403" h="3340100">
                <a:moveTo>
                  <a:pt x="10722" y="0"/>
                </a:moveTo>
                <a:lnTo>
                  <a:pt x="3165403" y="0"/>
                </a:lnTo>
                <a:lnTo>
                  <a:pt x="3165403" y="3337560"/>
                </a:lnTo>
                <a:lnTo>
                  <a:pt x="1026722" y="3340100"/>
                </a:lnTo>
                <a:cubicBezTo>
                  <a:pt x="485533" y="3331273"/>
                  <a:pt x="365680" y="3321463"/>
                  <a:pt x="206079" y="3147886"/>
                </a:cubicBezTo>
                <a:cubicBezTo>
                  <a:pt x="46478" y="2974309"/>
                  <a:pt x="-18232" y="2828082"/>
                  <a:pt x="4372" y="1974850"/>
                </a:cubicBezTo>
                <a:cubicBezTo>
                  <a:pt x="6489" y="1316567"/>
                  <a:pt x="8605" y="658283"/>
                  <a:pt x="10722" y="0"/>
                </a:cubicBezTo>
                <a:close/>
              </a:path>
            </a:pathLst>
          </a:custGeom>
          <a:gradFill>
            <a:gsLst>
              <a:gs pos="0">
                <a:srgbClr val="055EBC"/>
              </a:gs>
              <a:gs pos="22000">
                <a:srgbClr val="054F8E"/>
              </a:gs>
              <a:gs pos="57000">
                <a:srgbClr val="054777"/>
              </a:gs>
              <a:gs pos="100000">
                <a:srgbClr val="043F5F"/>
              </a:gs>
            </a:gsLst>
            <a:lin ang="14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2" name="Title 1">
            <a:extLst>
              <a:ext uri="{FF2B5EF4-FFF2-40B4-BE49-F238E27FC236}">
                <a16:creationId xmlns:a16="http://schemas.microsoft.com/office/drawing/2014/main" id="{3393C736-2CD1-5948-90B2-BBB2002AAD47}"/>
              </a:ext>
            </a:extLst>
          </p:cNvPr>
          <p:cNvSpPr>
            <a:spLocks noGrp="1"/>
          </p:cNvSpPr>
          <p:nvPr>
            <p:ph type="title"/>
          </p:nvPr>
        </p:nvSpPr>
        <p:spPr>
          <a:xfrm>
            <a:off x="5376862" y="2064772"/>
            <a:ext cx="6295415" cy="1537212"/>
          </a:xfrm>
        </p:spPr>
        <p:txBody>
          <a:bodyPr anchor="b">
            <a:noAutofit/>
          </a:bodyPr>
          <a:lstStyle>
            <a:lvl1pPr algn="l">
              <a:defRPr sz="5400"/>
            </a:lvl1pPr>
          </a:lstStyle>
          <a:p>
            <a:r>
              <a:rPr lang="en-US" dirty="0"/>
              <a:t>Click to edit Master title</a:t>
            </a:r>
          </a:p>
        </p:txBody>
      </p:sp>
      <p:sp>
        <p:nvSpPr>
          <p:cNvPr id="3" name="Text Placeholder 2">
            <a:extLst>
              <a:ext uri="{FF2B5EF4-FFF2-40B4-BE49-F238E27FC236}">
                <a16:creationId xmlns:a16="http://schemas.microsoft.com/office/drawing/2014/main" id="{68EAD310-2386-C745-8695-9A6903AF8257}"/>
              </a:ext>
            </a:extLst>
          </p:cNvPr>
          <p:cNvSpPr>
            <a:spLocks noGrp="1"/>
          </p:cNvSpPr>
          <p:nvPr>
            <p:ph type="body" idx="1"/>
          </p:nvPr>
        </p:nvSpPr>
        <p:spPr>
          <a:xfrm>
            <a:off x="5376862" y="3751776"/>
            <a:ext cx="6295414" cy="777362"/>
          </a:xfrm>
        </p:spPr>
        <p:txBody>
          <a:bodyPr anchor="t">
            <a:normAutofit/>
          </a:bodyPr>
          <a:lstStyle>
            <a:lvl1pPr marL="0" indent="0" algn="l">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12" name="Text Placeholder 2">
            <a:extLst>
              <a:ext uri="{FF2B5EF4-FFF2-40B4-BE49-F238E27FC236}">
                <a16:creationId xmlns:a16="http://schemas.microsoft.com/office/drawing/2014/main" id="{69BE5C7D-7462-A645-A501-8FB15D6875F2}"/>
              </a:ext>
            </a:extLst>
          </p:cNvPr>
          <p:cNvSpPr>
            <a:spLocks noGrp="1"/>
          </p:cNvSpPr>
          <p:nvPr>
            <p:ph type="body" idx="14" hasCustomPrompt="1"/>
          </p:nvPr>
        </p:nvSpPr>
        <p:spPr>
          <a:xfrm>
            <a:off x="2181225" y="2092103"/>
            <a:ext cx="2247899" cy="2673795"/>
          </a:xfrm>
        </p:spPr>
        <p:txBody>
          <a:bodyPr anchor="ctr">
            <a:noAutofit/>
          </a:bodyPr>
          <a:lstStyle>
            <a:lvl1pPr marL="0" indent="0" algn="ctr">
              <a:buNone/>
              <a:defRPr sz="20000" b="1">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1</a:t>
            </a:r>
          </a:p>
        </p:txBody>
      </p:sp>
      <p:sp>
        <p:nvSpPr>
          <p:cNvPr id="14" name="Slide Number Placeholder 5">
            <a:extLst>
              <a:ext uri="{FF2B5EF4-FFF2-40B4-BE49-F238E27FC236}">
                <a16:creationId xmlns:a16="http://schemas.microsoft.com/office/drawing/2014/main" id="{904D5069-5F58-4A47-B2A0-B5D6AE0F3661}"/>
              </a:ext>
            </a:extLst>
          </p:cNvPr>
          <p:cNvSpPr>
            <a:spLocks noGrp="1"/>
          </p:cNvSpPr>
          <p:nvPr>
            <p:ph type="sldNum" sz="quarter" idx="12"/>
          </p:nvPr>
        </p:nvSpPr>
        <p:spPr>
          <a:xfrm>
            <a:off x="11311820" y="6313486"/>
            <a:ext cx="618066" cy="365125"/>
          </a:xfrm>
        </p:spPr>
        <p:txBody>
          <a:bodyPr/>
          <a:lstStyle>
            <a:lvl1pPr>
              <a:defRPr sz="1100"/>
            </a:lvl1pPr>
          </a:lstStyle>
          <a:p>
            <a:fld id="{196AF507-5BE0-AD45-B8C0-F7B01F444CE4}" type="slidenum">
              <a:rPr lang="en-US" smtClean="0"/>
              <a:pPr/>
              <a:t>‹#›</a:t>
            </a:fld>
            <a:endParaRPr lang="en-US" dirty="0"/>
          </a:p>
        </p:txBody>
      </p:sp>
      <p:pic>
        <p:nvPicPr>
          <p:cNvPr id="4" name="Picture 3">
            <a:extLst>
              <a:ext uri="{FF2B5EF4-FFF2-40B4-BE49-F238E27FC236}">
                <a16:creationId xmlns:a16="http://schemas.microsoft.com/office/drawing/2014/main" id="{78E46E11-02C5-FF35-A0C3-13D1B6C2284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90658" y="253624"/>
            <a:ext cx="1630195" cy="1086797"/>
          </a:xfrm>
          <a:prstGeom prst="rect">
            <a:avLst/>
          </a:prstGeom>
        </p:spPr>
      </p:pic>
    </p:spTree>
    <p:extLst>
      <p:ext uri="{BB962C8B-B14F-4D97-AF65-F5344CB8AC3E}">
        <p14:creationId xmlns:p14="http://schemas.microsoft.com/office/powerpoint/2010/main" val="36224826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ection Header with Gradient Background">
    <p:bg>
      <p:bgPr>
        <a:gradFill>
          <a:gsLst>
            <a:gs pos="0">
              <a:srgbClr val="055EBC"/>
            </a:gs>
            <a:gs pos="27000">
              <a:srgbClr val="054F8E"/>
            </a:gs>
            <a:gs pos="55000">
              <a:srgbClr val="054777"/>
            </a:gs>
            <a:gs pos="100000">
              <a:srgbClr val="043F5F"/>
            </a:gs>
          </a:gsLst>
          <a:lin ang="3900000" scaled="0"/>
        </a:gra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A2805C7-194F-934C-8173-6E3F32309043}"/>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sp>
        <p:nvSpPr>
          <p:cNvPr id="11" name="Title 1">
            <a:extLst>
              <a:ext uri="{FF2B5EF4-FFF2-40B4-BE49-F238E27FC236}">
                <a16:creationId xmlns:a16="http://schemas.microsoft.com/office/drawing/2014/main" id="{DFCFCF1E-7009-9F43-B6BE-DC9F6993B4CC}"/>
              </a:ext>
            </a:extLst>
          </p:cNvPr>
          <p:cNvSpPr>
            <a:spLocks noGrp="1"/>
          </p:cNvSpPr>
          <p:nvPr>
            <p:ph type="title" hasCustomPrompt="1"/>
          </p:nvPr>
        </p:nvSpPr>
        <p:spPr>
          <a:xfrm>
            <a:off x="1523999" y="2963989"/>
            <a:ext cx="9144002" cy="930022"/>
          </a:xfrm>
        </p:spPr>
        <p:txBody>
          <a:bodyPr anchor="ctr">
            <a:noAutofit/>
          </a:bodyPr>
          <a:lstStyle>
            <a:lvl1pPr algn="ctr">
              <a:defRPr sz="5400">
                <a:solidFill>
                  <a:schemeClr val="bg1"/>
                </a:solidFill>
              </a:defRPr>
            </a:lvl1pPr>
          </a:lstStyle>
          <a:p>
            <a:r>
              <a:rPr lang="en-US" dirty="0"/>
              <a:t>CLICK TO EDIT MASTER TITLE</a:t>
            </a:r>
          </a:p>
        </p:txBody>
      </p:sp>
      <p:cxnSp>
        <p:nvCxnSpPr>
          <p:cNvPr id="9" name="Straight Connector 8">
            <a:extLst>
              <a:ext uri="{FF2B5EF4-FFF2-40B4-BE49-F238E27FC236}">
                <a16:creationId xmlns:a16="http://schemas.microsoft.com/office/drawing/2014/main" id="{1F2A916A-6724-D14B-ADB7-C34700574B39}"/>
              </a:ext>
            </a:extLst>
          </p:cNvPr>
          <p:cNvCxnSpPr>
            <a:cxnSpLocks/>
          </p:cNvCxnSpPr>
          <p:nvPr userDrawn="1"/>
        </p:nvCxnSpPr>
        <p:spPr>
          <a:xfrm>
            <a:off x="4998720" y="4093716"/>
            <a:ext cx="2194560"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Text Placeholder 2">
            <a:extLst>
              <a:ext uri="{FF2B5EF4-FFF2-40B4-BE49-F238E27FC236}">
                <a16:creationId xmlns:a16="http://schemas.microsoft.com/office/drawing/2014/main" id="{D8D001F1-4E2C-EF40-A75D-D61A63D94159}"/>
              </a:ext>
            </a:extLst>
          </p:cNvPr>
          <p:cNvSpPr>
            <a:spLocks noGrp="1"/>
          </p:cNvSpPr>
          <p:nvPr>
            <p:ph type="body" idx="1"/>
          </p:nvPr>
        </p:nvSpPr>
        <p:spPr>
          <a:xfrm>
            <a:off x="1523999" y="4359276"/>
            <a:ext cx="9144002" cy="602360"/>
          </a:xfrm>
        </p:spPr>
        <p:txBody>
          <a:bodyPr>
            <a:normAutofit/>
          </a:bodyPr>
          <a:lstStyle>
            <a:lvl1pPr marL="0" indent="0" algn="ctr">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2" name="Picture 1">
            <a:extLst>
              <a:ext uri="{FF2B5EF4-FFF2-40B4-BE49-F238E27FC236}">
                <a16:creationId xmlns:a16="http://schemas.microsoft.com/office/drawing/2014/main" id="{CD9C0200-3EFD-8FC3-A399-D4E329A3F5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88522" y="1121986"/>
            <a:ext cx="1630195" cy="1086797"/>
          </a:xfrm>
          <a:prstGeom prst="rect">
            <a:avLst/>
          </a:prstGeom>
        </p:spPr>
      </p:pic>
    </p:spTree>
    <p:extLst>
      <p:ext uri="{BB962C8B-B14F-4D97-AF65-F5344CB8AC3E}">
        <p14:creationId xmlns:p14="http://schemas.microsoft.com/office/powerpoint/2010/main" val="42927713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Header Black Background">
    <p:bg>
      <p:bgPr>
        <a:solidFill>
          <a:schemeClr val="tx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A2805C7-194F-934C-8173-6E3F32309043}"/>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sp>
        <p:nvSpPr>
          <p:cNvPr id="8" name="Rectangle 7">
            <a:extLst>
              <a:ext uri="{FF2B5EF4-FFF2-40B4-BE49-F238E27FC236}">
                <a16:creationId xmlns:a16="http://schemas.microsoft.com/office/drawing/2014/main" id="{8F61BC58-685F-8F4C-9334-9610A82243CF}"/>
              </a:ext>
            </a:extLst>
          </p:cNvPr>
          <p:cNvSpPr/>
          <p:nvPr userDrawn="1"/>
        </p:nvSpPr>
        <p:spPr>
          <a:xfrm>
            <a:off x="0" y="0"/>
            <a:ext cx="12192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1">
            <a:extLst>
              <a:ext uri="{FF2B5EF4-FFF2-40B4-BE49-F238E27FC236}">
                <a16:creationId xmlns:a16="http://schemas.microsoft.com/office/drawing/2014/main" id="{93E28B9D-70FC-E74C-938B-4E340B4C50F0}"/>
              </a:ext>
            </a:extLst>
          </p:cNvPr>
          <p:cNvSpPr>
            <a:spLocks noGrp="1"/>
          </p:cNvSpPr>
          <p:nvPr>
            <p:ph type="title"/>
          </p:nvPr>
        </p:nvSpPr>
        <p:spPr>
          <a:xfrm>
            <a:off x="1523999" y="2198687"/>
            <a:ext cx="9144002" cy="1819275"/>
          </a:xfrm>
        </p:spPr>
        <p:txBody>
          <a:bodyPr anchor="b">
            <a:normAutofit/>
          </a:bodyPr>
          <a:lstStyle>
            <a:lvl1pPr>
              <a:defRPr sz="5400">
                <a:solidFill>
                  <a:schemeClr val="bg1"/>
                </a:solidFill>
              </a:defRPr>
            </a:lvl1pPr>
          </a:lstStyle>
          <a:p>
            <a:r>
              <a:rPr lang="en-US"/>
              <a:t>Click to edit Master title style</a:t>
            </a:r>
          </a:p>
        </p:txBody>
      </p:sp>
      <p:sp>
        <p:nvSpPr>
          <p:cNvPr id="11" name="Text Placeholder 2">
            <a:extLst>
              <a:ext uri="{FF2B5EF4-FFF2-40B4-BE49-F238E27FC236}">
                <a16:creationId xmlns:a16="http://schemas.microsoft.com/office/drawing/2014/main" id="{01CBF30B-AD2C-BA43-BE0A-3685E39E4F3B}"/>
              </a:ext>
            </a:extLst>
          </p:cNvPr>
          <p:cNvSpPr>
            <a:spLocks noGrp="1"/>
          </p:cNvSpPr>
          <p:nvPr>
            <p:ph type="body" idx="1"/>
          </p:nvPr>
        </p:nvSpPr>
        <p:spPr>
          <a:xfrm>
            <a:off x="1523999" y="4044951"/>
            <a:ext cx="9144002" cy="1167870"/>
          </a:xfrm>
        </p:spPr>
        <p:txBody>
          <a:bodyPr>
            <a:normAutofit/>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2" name="Picture 1">
            <a:extLst>
              <a:ext uri="{FF2B5EF4-FFF2-40B4-BE49-F238E27FC236}">
                <a16:creationId xmlns:a16="http://schemas.microsoft.com/office/drawing/2014/main" id="{643866E7-ECDC-7551-D7AE-3FE0F7C368B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99691" y="640423"/>
            <a:ext cx="1630195" cy="1086797"/>
          </a:xfrm>
          <a:prstGeom prst="rect">
            <a:avLst/>
          </a:prstGeom>
        </p:spPr>
      </p:pic>
    </p:spTree>
    <p:extLst>
      <p:ext uri="{BB962C8B-B14F-4D97-AF65-F5344CB8AC3E}">
        <p14:creationId xmlns:p14="http://schemas.microsoft.com/office/powerpoint/2010/main" val="3609151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0ACA-3355-9444-9CAD-E53A0EDAE9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47F332-B48B-9E4E-A47B-6674CB424E89}"/>
              </a:ext>
            </a:extLst>
          </p:cNvPr>
          <p:cNvSpPr>
            <a:spLocks noGrp="1"/>
          </p:cNvSpPr>
          <p:nvPr>
            <p:ph sz="half" idx="1"/>
          </p:nvPr>
        </p:nvSpPr>
        <p:spPr>
          <a:xfrm>
            <a:off x="304799" y="1353312"/>
            <a:ext cx="557784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A2F09BD-4A72-6541-8E50-8AF8D1FE298A}"/>
              </a:ext>
            </a:extLst>
          </p:cNvPr>
          <p:cNvSpPr>
            <a:spLocks noGrp="1"/>
          </p:cNvSpPr>
          <p:nvPr>
            <p:ph sz="half" idx="2"/>
          </p:nvPr>
        </p:nvSpPr>
        <p:spPr>
          <a:xfrm>
            <a:off x="6352046" y="1355271"/>
            <a:ext cx="557784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93589E71-C837-5048-801F-90E6075E2623}"/>
              </a:ext>
            </a:extLst>
          </p:cNvPr>
          <p:cNvSpPr>
            <a:spLocks noGrp="1"/>
          </p:cNvSpPr>
          <p:nvPr>
            <p:ph type="sldNum" sz="quarter" idx="12"/>
          </p:nvPr>
        </p:nvSpPr>
        <p:spPr/>
        <p:txBody>
          <a:bodyPr/>
          <a:lstStyle/>
          <a:p>
            <a:fld id="{196AF507-5BE0-AD45-B8C0-F7B01F444CE4}" type="slidenum">
              <a:rPr lang="en-US" smtClean="0"/>
              <a:t>‹#›</a:t>
            </a:fld>
            <a:endParaRPr lang="en-US" dirty="0"/>
          </a:p>
        </p:txBody>
      </p:sp>
      <p:pic>
        <p:nvPicPr>
          <p:cNvPr id="5" name="Picture 4">
            <a:extLst>
              <a:ext uri="{FF2B5EF4-FFF2-40B4-BE49-F238E27FC236}">
                <a16:creationId xmlns:a16="http://schemas.microsoft.com/office/drawing/2014/main" id="{32B3578D-E128-5970-8457-B49CF440DF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89172" y="181164"/>
            <a:ext cx="1630195" cy="1086797"/>
          </a:xfrm>
          <a:prstGeom prst="rect">
            <a:avLst/>
          </a:prstGeom>
        </p:spPr>
      </p:pic>
    </p:spTree>
    <p:extLst>
      <p:ext uri="{BB962C8B-B14F-4D97-AF65-F5344CB8AC3E}">
        <p14:creationId xmlns:p14="http://schemas.microsoft.com/office/powerpoint/2010/main" val="116259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0ACA-3355-9444-9CAD-E53A0EDAE969}"/>
              </a:ext>
            </a:extLst>
          </p:cNvPr>
          <p:cNvSpPr>
            <a:spLocks noGrp="1"/>
          </p:cNvSpPr>
          <p:nvPr>
            <p:ph type="title"/>
          </p:nvPr>
        </p:nvSpPr>
        <p:spPr/>
        <p:txBody>
          <a:bodyPr/>
          <a:lstStyle/>
          <a:p>
            <a:r>
              <a:rPr lang="en-US"/>
              <a:t>Click to edit Master title style</a:t>
            </a:r>
          </a:p>
        </p:txBody>
      </p:sp>
      <p:sp>
        <p:nvSpPr>
          <p:cNvPr id="7" name="Slide Number Placeholder 6">
            <a:extLst>
              <a:ext uri="{FF2B5EF4-FFF2-40B4-BE49-F238E27FC236}">
                <a16:creationId xmlns:a16="http://schemas.microsoft.com/office/drawing/2014/main" id="{93589E71-C837-5048-801F-90E6075E2623}"/>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6" name="Text Placeholder 5">
            <a:extLst>
              <a:ext uri="{FF2B5EF4-FFF2-40B4-BE49-F238E27FC236}">
                <a16:creationId xmlns:a16="http://schemas.microsoft.com/office/drawing/2014/main" id="{9C1B55B2-B65F-F948-B23E-8607C242EC08}"/>
              </a:ext>
            </a:extLst>
          </p:cNvPr>
          <p:cNvSpPr>
            <a:spLocks noGrp="1"/>
          </p:cNvSpPr>
          <p:nvPr>
            <p:ph type="body" sz="quarter" idx="13"/>
          </p:nvPr>
        </p:nvSpPr>
        <p:spPr>
          <a:xfrm>
            <a:off x="304800" y="2928658"/>
            <a:ext cx="3617843" cy="335455"/>
          </a:xfrm>
        </p:spPr>
        <p:txBody>
          <a:bodyPr/>
          <a:lstStyle>
            <a:lvl1pPr marL="0" indent="0" algn="ctr">
              <a:buNone/>
              <a:defRPr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Click to edit Master text styles</a:t>
            </a:r>
          </a:p>
        </p:txBody>
      </p:sp>
      <p:sp>
        <p:nvSpPr>
          <p:cNvPr id="12" name="Picture Placeholder 11">
            <a:extLst>
              <a:ext uri="{FF2B5EF4-FFF2-40B4-BE49-F238E27FC236}">
                <a16:creationId xmlns:a16="http://schemas.microsoft.com/office/drawing/2014/main" id="{A705BB27-D8E6-4E47-8EBA-2C87472FFCF4}"/>
              </a:ext>
            </a:extLst>
          </p:cNvPr>
          <p:cNvSpPr>
            <a:spLocks noGrp="1"/>
          </p:cNvSpPr>
          <p:nvPr>
            <p:ph type="pic" sz="quarter" idx="14"/>
          </p:nvPr>
        </p:nvSpPr>
        <p:spPr>
          <a:xfrm>
            <a:off x="1485472" y="1722783"/>
            <a:ext cx="1256499" cy="948702"/>
          </a:xfrm>
        </p:spPr>
        <p:txBody>
          <a:bodyPr anchor="ctr"/>
          <a:lstStyle>
            <a:lvl1pPr marL="0" indent="0" algn="ctr">
              <a:buNone/>
              <a:defRPr>
                <a:solidFill>
                  <a:schemeClr val="accent4"/>
                </a:solidFill>
              </a:defRPr>
            </a:lvl1pPr>
          </a:lstStyle>
          <a:p>
            <a:endParaRPr lang="en-US" dirty="0"/>
          </a:p>
        </p:txBody>
      </p:sp>
      <p:sp>
        <p:nvSpPr>
          <p:cNvPr id="14" name="Text Placeholder 13">
            <a:extLst>
              <a:ext uri="{FF2B5EF4-FFF2-40B4-BE49-F238E27FC236}">
                <a16:creationId xmlns:a16="http://schemas.microsoft.com/office/drawing/2014/main" id="{E610DFFB-3DCF-904B-8CE8-5B8378B5B8F2}"/>
              </a:ext>
            </a:extLst>
          </p:cNvPr>
          <p:cNvSpPr>
            <a:spLocks noGrp="1"/>
          </p:cNvSpPr>
          <p:nvPr>
            <p:ph type="body" sz="quarter" idx="15"/>
          </p:nvPr>
        </p:nvSpPr>
        <p:spPr>
          <a:xfrm>
            <a:off x="304800" y="3391797"/>
            <a:ext cx="3617843" cy="2174115"/>
          </a:xfrm>
        </p:spPr>
        <p:txBody>
          <a:bodyP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sp>
        <p:nvSpPr>
          <p:cNvPr id="15" name="Text Placeholder 5">
            <a:extLst>
              <a:ext uri="{FF2B5EF4-FFF2-40B4-BE49-F238E27FC236}">
                <a16:creationId xmlns:a16="http://schemas.microsoft.com/office/drawing/2014/main" id="{3D824F13-BB9E-E143-80FE-CCD353AE37AE}"/>
              </a:ext>
            </a:extLst>
          </p:cNvPr>
          <p:cNvSpPr>
            <a:spLocks noGrp="1"/>
          </p:cNvSpPr>
          <p:nvPr>
            <p:ph type="body" sz="quarter" idx="16"/>
          </p:nvPr>
        </p:nvSpPr>
        <p:spPr>
          <a:xfrm>
            <a:off x="4287078" y="2928658"/>
            <a:ext cx="3617843" cy="335455"/>
          </a:xfrm>
        </p:spPr>
        <p:txBody>
          <a:bodyPr/>
          <a:lstStyle>
            <a:lvl1pPr marL="0" indent="0" algn="ctr">
              <a:buNone/>
              <a:defRPr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Click to edit Master text styles</a:t>
            </a:r>
          </a:p>
        </p:txBody>
      </p:sp>
      <p:sp>
        <p:nvSpPr>
          <p:cNvPr id="16" name="Picture Placeholder 11">
            <a:extLst>
              <a:ext uri="{FF2B5EF4-FFF2-40B4-BE49-F238E27FC236}">
                <a16:creationId xmlns:a16="http://schemas.microsoft.com/office/drawing/2014/main" id="{E447B4C4-D1E6-AE4E-83D0-2F1622189B0F}"/>
              </a:ext>
            </a:extLst>
          </p:cNvPr>
          <p:cNvSpPr>
            <a:spLocks noGrp="1"/>
          </p:cNvSpPr>
          <p:nvPr>
            <p:ph type="pic" sz="quarter" idx="17"/>
          </p:nvPr>
        </p:nvSpPr>
        <p:spPr>
          <a:xfrm>
            <a:off x="5467750" y="1722783"/>
            <a:ext cx="1256499" cy="948702"/>
          </a:xfrm>
        </p:spPr>
        <p:txBody>
          <a:bodyPr anchor="ctr"/>
          <a:lstStyle>
            <a:lvl1pPr marL="0" indent="0" algn="ctr">
              <a:buNone/>
              <a:defRPr>
                <a:solidFill>
                  <a:schemeClr val="accent4"/>
                </a:solidFill>
              </a:defRPr>
            </a:lvl1pPr>
          </a:lstStyle>
          <a:p>
            <a:endParaRPr lang="en-US" dirty="0"/>
          </a:p>
        </p:txBody>
      </p:sp>
      <p:sp>
        <p:nvSpPr>
          <p:cNvPr id="17" name="Text Placeholder 13">
            <a:extLst>
              <a:ext uri="{FF2B5EF4-FFF2-40B4-BE49-F238E27FC236}">
                <a16:creationId xmlns:a16="http://schemas.microsoft.com/office/drawing/2014/main" id="{CC403538-6B03-D940-A6EE-C59F044590DA}"/>
              </a:ext>
            </a:extLst>
          </p:cNvPr>
          <p:cNvSpPr>
            <a:spLocks noGrp="1"/>
          </p:cNvSpPr>
          <p:nvPr>
            <p:ph type="body" sz="quarter" idx="18"/>
          </p:nvPr>
        </p:nvSpPr>
        <p:spPr>
          <a:xfrm>
            <a:off x="4287078" y="3391797"/>
            <a:ext cx="3617843" cy="2174115"/>
          </a:xfrm>
        </p:spPr>
        <p:txBody>
          <a:bodyP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sp>
        <p:nvSpPr>
          <p:cNvPr id="18" name="Text Placeholder 5">
            <a:extLst>
              <a:ext uri="{FF2B5EF4-FFF2-40B4-BE49-F238E27FC236}">
                <a16:creationId xmlns:a16="http://schemas.microsoft.com/office/drawing/2014/main" id="{FBBF587F-BE20-4E42-868D-F59554ED3FA4}"/>
              </a:ext>
            </a:extLst>
          </p:cNvPr>
          <p:cNvSpPr>
            <a:spLocks noGrp="1"/>
          </p:cNvSpPr>
          <p:nvPr>
            <p:ph type="body" sz="quarter" idx="19"/>
          </p:nvPr>
        </p:nvSpPr>
        <p:spPr>
          <a:xfrm>
            <a:off x="8269357" y="2928658"/>
            <a:ext cx="3617843" cy="335455"/>
          </a:xfrm>
        </p:spPr>
        <p:txBody>
          <a:bodyPr/>
          <a:lstStyle>
            <a:lvl1pPr marL="0" indent="0" algn="ctr">
              <a:buNone/>
              <a:defRPr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Click to edit Master text styles</a:t>
            </a:r>
          </a:p>
        </p:txBody>
      </p:sp>
      <p:sp>
        <p:nvSpPr>
          <p:cNvPr id="19" name="Picture Placeholder 11">
            <a:extLst>
              <a:ext uri="{FF2B5EF4-FFF2-40B4-BE49-F238E27FC236}">
                <a16:creationId xmlns:a16="http://schemas.microsoft.com/office/drawing/2014/main" id="{E948C8A6-7E00-C448-9DF4-61B665462421}"/>
              </a:ext>
            </a:extLst>
          </p:cNvPr>
          <p:cNvSpPr>
            <a:spLocks noGrp="1"/>
          </p:cNvSpPr>
          <p:nvPr>
            <p:ph type="pic" sz="quarter" idx="20"/>
          </p:nvPr>
        </p:nvSpPr>
        <p:spPr>
          <a:xfrm>
            <a:off x="9450029" y="1722783"/>
            <a:ext cx="1256499" cy="948702"/>
          </a:xfrm>
        </p:spPr>
        <p:txBody>
          <a:bodyPr anchor="ctr"/>
          <a:lstStyle>
            <a:lvl1pPr marL="0" indent="0" algn="ctr">
              <a:buNone/>
              <a:defRPr>
                <a:solidFill>
                  <a:schemeClr val="accent4"/>
                </a:solidFill>
              </a:defRPr>
            </a:lvl1pPr>
          </a:lstStyle>
          <a:p>
            <a:endParaRPr lang="en-US" dirty="0"/>
          </a:p>
        </p:txBody>
      </p:sp>
      <p:sp>
        <p:nvSpPr>
          <p:cNvPr id="20" name="Text Placeholder 13">
            <a:extLst>
              <a:ext uri="{FF2B5EF4-FFF2-40B4-BE49-F238E27FC236}">
                <a16:creationId xmlns:a16="http://schemas.microsoft.com/office/drawing/2014/main" id="{AB07FCD5-8AC4-AA40-BE8C-51DABECEDE2C}"/>
              </a:ext>
            </a:extLst>
          </p:cNvPr>
          <p:cNvSpPr>
            <a:spLocks noGrp="1"/>
          </p:cNvSpPr>
          <p:nvPr>
            <p:ph type="body" sz="quarter" idx="21"/>
          </p:nvPr>
        </p:nvSpPr>
        <p:spPr>
          <a:xfrm>
            <a:off x="8269357" y="3391797"/>
            <a:ext cx="3617843" cy="2174115"/>
          </a:xfrm>
        </p:spPr>
        <p:txBody>
          <a:bodyP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pic>
        <p:nvPicPr>
          <p:cNvPr id="3" name="Picture 2">
            <a:extLst>
              <a:ext uri="{FF2B5EF4-FFF2-40B4-BE49-F238E27FC236}">
                <a16:creationId xmlns:a16="http://schemas.microsoft.com/office/drawing/2014/main" id="{28B4D53E-E536-889F-CFB1-6BD0F9A3E6B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96722" y="216591"/>
            <a:ext cx="1630195" cy="1086797"/>
          </a:xfrm>
          <a:prstGeom prst="rect">
            <a:avLst/>
          </a:prstGeom>
        </p:spPr>
      </p:pic>
    </p:spTree>
    <p:extLst>
      <p:ext uri="{BB962C8B-B14F-4D97-AF65-F5344CB8AC3E}">
        <p14:creationId xmlns:p14="http://schemas.microsoft.com/office/powerpoint/2010/main" val="10448107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Tiles with Background Image">
    <p:bg>
      <p:bgPr>
        <a:blipFill dpi="0" rotWithShape="1">
          <a:blip r:embed="rId2">
            <a:lum/>
          </a:blip>
          <a:srcRect/>
          <a:stretch>
            <a:fillRect t="11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A3D92A1-F757-1F40-945C-3365359479B0}"/>
              </a:ext>
            </a:extLst>
          </p:cNvPr>
          <p:cNvSpPr/>
          <p:nvPr userDrawn="1"/>
        </p:nvSpPr>
        <p:spPr>
          <a:xfrm>
            <a:off x="0" y="0"/>
            <a:ext cx="12192000" cy="27829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3C20ACA-3355-9444-9CAD-E53A0EDAE969}"/>
              </a:ext>
            </a:extLst>
          </p:cNvPr>
          <p:cNvSpPr>
            <a:spLocks noGrp="1"/>
          </p:cNvSpPr>
          <p:nvPr>
            <p:ph type="title"/>
          </p:nvPr>
        </p:nvSpPr>
        <p:spPr>
          <a:xfrm>
            <a:off x="859367" y="510899"/>
            <a:ext cx="10473267" cy="526697"/>
          </a:xfrm>
        </p:spPr>
        <p:txBody>
          <a:bodyPr/>
          <a:lstStyle>
            <a:lvl1pPr algn="ctr">
              <a:defRPr/>
            </a:lvl1pPr>
          </a:lstStyle>
          <a:p>
            <a:r>
              <a:rPr lang="en-US"/>
              <a:t>Click to edit Master title style</a:t>
            </a:r>
          </a:p>
        </p:txBody>
      </p:sp>
      <p:sp>
        <p:nvSpPr>
          <p:cNvPr id="7" name="Slide Number Placeholder 6">
            <a:extLst>
              <a:ext uri="{FF2B5EF4-FFF2-40B4-BE49-F238E27FC236}">
                <a16:creationId xmlns:a16="http://schemas.microsoft.com/office/drawing/2014/main" id="{93589E71-C837-5048-801F-90E6075E2623}"/>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sp>
        <p:nvSpPr>
          <p:cNvPr id="4" name="Rectangle 3">
            <a:extLst>
              <a:ext uri="{FF2B5EF4-FFF2-40B4-BE49-F238E27FC236}">
                <a16:creationId xmlns:a16="http://schemas.microsoft.com/office/drawing/2014/main" id="{73A52853-66F4-CD45-AE83-6E8034A1DB16}"/>
              </a:ext>
            </a:extLst>
          </p:cNvPr>
          <p:cNvSpPr/>
          <p:nvPr userDrawn="1"/>
        </p:nvSpPr>
        <p:spPr>
          <a:xfrm>
            <a:off x="4436165" y="1856064"/>
            <a:ext cx="3319671" cy="92689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D2BAB181-AAE7-D843-89B3-3422D364666B}"/>
              </a:ext>
            </a:extLst>
          </p:cNvPr>
          <p:cNvSpPr/>
          <p:nvPr userDrawn="1"/>
        </p:nvSpPr>
        <p:spPr>
          <a:xfrm>
            <a:off x="4429538" y="2782957"/>
            <a:ext cx="3319671" cy="27829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 Placeholder 13">
            <a:extLst>
              <a:ext uri="{FF2B5EF4-FFF2-40B4-BE49-F238E27FC236}">
                <a16:creationId xmlns:a16="http://schemas.microsoft.com/office/drawing/2014/main" id="{E610DFFB-3DCF-904B-8CE8-5B8378B5B8F2}"/>
              </a:ext>
            </a:extLst>
          </p:cNvPr>
          <p:cNvSpPr>
            <a:spLocks noGrp="1"/>
          </p:cNvSpPr>
          <p:nvPr>
            <p:ph type="body" sz="quarter" idx="15"/>
          </p:nvPr>
        </p:nvSpPr>
        <p:spPr>
          <a:xfrm>
            <a:off x="4646543" y="3026066"/>
            <a:ext cx="2898914" cy="1967841"/>
          </a:xfrm>
        </p:spPr>
        <p:txBody>
          <a:bodyPr anchor="ct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sp>
        <p:nvSpPr>
          <p:cNvPr id="6" name="Text Placeholder 5">
            <a:extLst>
              <a:ext uri="{FF2B5EF4-FFF2-40B4-BE49-F238E27FC236}">
                <a16:creationId xmlns:a16="http://schemas.microsoft.com/office/drawing/2014/main" id="{9C1B55B2-B65F-F948-B23E-8607C242EC08}"/>
              </a:ext>
            </a:extLst>
          </p:cNvPr>
          <p:cNvSpPr>
            <a:spLocks noGrp="1"/>
          </p:cNvSpPr>
          <p:nvPr>
            <p:ph type="body" sz="quarter" idx="13" hasCustomPrompt="1"/>
          </p:nvPr>
        </p:nvSpPr>
        <p:spPr>
          <a:xfrm>
            <a:off x="4646543" y="2074136"/>
            <a:ext cx="2898914" cy="527472"/>
          </a:xfrm>
        </p:spPr>
        <p:txBody>
          <a:bodyPr anchor="ctr">
            <a:noAutofit/>
          </a:bodyPr>
          <a:lstStyle>
            <a:lvl1pPr marL="0" indent="0" algn="ctr">
              <a:buNone/>
              <a:defRPr sz="4400"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75,000</a:t>
            </a:r>
          </a:p>
        </p:txBody>
      </p:sp>
      <p:sp>
        <p:nvSpPr>
          <p:cNvPr id="26" name="Rectangle 25">
            <a:extLst>
              <a:ext uri="{FF2B5EF4-FFF2-40B4-BE49-F238E27FC236}">
                <a16:creationId xmlns:a16="http://schemas.microsoft.com/office/drawing/2014/main" id="{954C2932-4AB1-0D4F-AE70-7375CA7D05E8}"/>
              </a:ext>
            </a:extLst>
          </p:cNvPr>
          <p:cNvSpPr/>
          <p:nvPr userDrawn="1"/>
        </p:nvSpPr>
        <p:spPr>
          <a:xfrm>
            <a:off x="8181559" y="2199038"/>
            <a:ext cx="3319671" cy="92689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1F0CA358-0E10-3043-A9CE-C5697B9017EE}"/>
              </a:ext>
            </a:extLst>
          </p:cNvPr>
          <p:cNvSpPr/>
          <p:nvPr userDrawn="1"/>
        </p:nvSpPr>
        <p:spPr>
          <a:xfrm>
            <a:off x="8181559" y="3125932"/>
            <a:ext cx="3319671" cy="2148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 Placeholder 13">
            <a:extLst>
              <a:ext uri="{FF2B5EF4-FFF2-40B4-BE49-F238E27FC236}">
                <a16:creationId xmlns:a16="http://schemas.microsoft.com/office/drawing/2014/main" id="{6BAA848F-BCA6-D040-920E-AAE6273E49C7}"/>
              </a:ext>
            </a:extLst>
          </p:cNvPr>
          <p:cNvSpPr>
            <a:spLocks noGrp="1"/>
          </p:cNvSpPr>
          <p:nvPr>
            <p:ph type="body" sz="quarter" idx="16"/>
          </p:nvPr>
        </p:nvSpPr>
        <p:spPr>
          <a:xfrm>
            <a:off x="8391937" y="3369040"/>
            <a:ext cx="2898914" cy="1624867"/>
          </a:xfrm>
        </p:spPr>
        <p:txBody>
          <a:bodyPr anchor="ct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sp>
        <p:nvSpPr>
          <p:cNvPr id="29" name="Text Placeholder 5">
            <a:extLst>
              <a:ext uri="{FF2B5EF4-FFF2-40B4-BE49-F238E27FC236}">
                <a16:creationId xmlns:a16="http://schemas.microsoft.com/office/drawing/2014/main" id="{FF001CA0-D709-0B46-8604-EE650BEF93AD}"/>
              </a:ext>
            </a:extLst>
          </p:cNvPr>
          <p:cNvSpPr>
            <a:spLocks noGrp="1"/>
          </p:cNvSpPr>
          <p:nvPr>
            <p:ph type="body" sz="quarter" idx="17" hasCustomPrompt="1"/>
          </p:nvPr>
        </p:nvSpPr>
        <p:spPr>
          <a:xfrm>
            <a:off x="8391937" y="2417110"/>
            <a:ext cx="2898914" cy="527472"/>
          </a:xfrm>
        </p:spPr>
        <p:txBody>
          <a:bodyPr anchor="ctr">
            <a:noAutofit/>
          </a:bodyPr>
          <a:lstStyle>
            <a:lvl1pPr marL="0" indent="0" algn="ctr">
              <a:buNone/>
              <a:defRPr sz="4400"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75,000</a:t>
            </a:r>
          </a:p>
        </p:txBody>
      </p:sp>
      <p:sp>
        <p:nvSpPr>
          <p:cNvPr id="30" name="Rectangle 29">
            <a:extLst>
              <a:ext uri="{FF2B5EF4-FFF2-40B4-BE49-F238E27FC236}">
                <a16:creationId xmlns:a16="http://schemas.microsoft.com/office/drawing/2014/main" id="{2A802A0C-5DAD-0E43-BFF3-54B02E8A9148}"/>
              </a:ext>
            </a:extLst>
          </p:cNvPr>
          <p:cNvSpPr/>
          <p:nvPr userDrawn="1"/>
        </p:nvSpPr>
        <p:spPr>
          <a:xfrm>
            <a:off x="684144" y="2199039"/>
            <a:ext cx="3319671" cy="92689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A201634-F5EB-0F4E-8DD3-A49DBFF0FD12}"/>
              </a:ext>
            </a:extLst>
          </p:cNvPr>
          <p:cNvSpPr/>
          <p:nvPr userDrawn="1"/>
        </p:nvSpPr>
        <p:spPr>
          <a:xfrm>
            <a:off x="684144" y="3125933"/>
            <a:ext cx="3319671" cy="2148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 Placeholder 13">
            <a:extLst>
              <a:ext uri="{FF2B5EF4-FFF2-40B4-BE49-F238E27FC236}">
                <a16:creationId xmlns:a16="http://schemas.microsoft.com/office/drawing/2014/main" id="{484DBF27-6978-6146-9061-66CB113F5744}"/>
              </a:ext>
            </a:extLst>
          </p:cNvPr>
          <p:cNvSpPr>
            <a:spLocks noGrp="1"/>
          </p:cNvSpPr>
          <p:nvPr>
            <p:ph type="body" sz="quarter" idx="18"/>
          </p:nvPr>
        </p:nvSpPr>
        <p:spPr>
          <a:xfrm>
            <a:off x="894522" y="3369041"/>
            <a:ext cx="2898914" cy="1624867"/>
          </a:xfrm>
        </p:spPr>
        <p:txBody>
          <a:bodyPr anchor="ctr">
            <a:normAutofit/>
          </a:bodyPr>
          <a:lstStyle>
            <a:lvl1pPr marL="0" indent="0" algn="ctr">
              <a:buNone/>
              <a:defRPr sz="1600"/>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p:txBody>
      </p:sp>
      <p:sp>
        <p:nvSpPr>
          <p:cNvPr id="33" name="Text Placeholder 5">
            <a:extLst>
              <a:ext uri="{FF2B5EF4-FFF2-40B4-BE49-F238E27FC236}">
                <a16:creationId xmlns:a16="http://schemas.microsoft.com/office/drawing/2014/main" id="{71BC668F-55AF-564A-B890-6FF2342D859E}"/>
              </a:ext>
            </a:extLst>
          </p:cNvPr>
          <p:cNvSpPr>
            <a:spLocks noGrp="1"/>
          </p:cNvSpPr>
          <p:nvPr>
            <p:ph type="body" sz="quarter" idx="19" hasCustomPrompt="1"/>
          </p:nvPr>
        </p:nvSpPr>
        <p:spPr>
          <a:xfrm>
            <a:off x="894522" y="2417111"/>
            <a:ext cx="2898914" cy="527472"/>
          </a:xfrm>
        </p:spPr>
        <p:txBody>
          <a:bodyPr anchor="ctr">
            <a:noAutofit/>
          </a:bodyPr>
          <a:lstStyle>
            <a:lvl1pPr marL="0" indent="0" algn="ctr">
              <a:buNone/>
              <a:defRPr sz="4400" b="1">
                <a:solidFill>
                  <a:schemeClr val="tx2"/>
                </a:solidFill>
              </a:defRPr>
            </a:lvl1pPr>
            <a:lvl2pPr marL="457200" indent="0" algn="ctr">
              <a:buNone/>
              <a:defRPr b="1"/>
            </a:lvl2pPr>
            <a:lvl3pPr marL="914400" indent="0" algn="ctr">
              <a:buNone/>
              <a:defRPr b="1"/>
            </a:lvl3pPr>
            <a:lvl4pPr marL="1371600" indent="0" algn="ctr">
              <a:buNone/>
              <a:defRPr b="1"/>
            </a:lvl4pPr>
            <a:lvl5pPr marL="1828800" indent="0" algn="ctr">
              <a:buNone/>
              <a:defRPr b="1"/>
            </a:lvl5pPr>
          </a:lstStyle>
          <a:p>
            <a:pPr lvl="0"/>
            <a:r>
              <a:rPr lang="en-US"/>
              <a:t>75,000</a:t>
            </a:r>
          </a:p>
        </p:txBody>
      </p:sp>
    </p:spTree>
    <p:extLst>
      <p:ext uri="{BB962C8B-B14F-4D97-AF65-F5344CB8AC3E}">
        <p14:creationId xmlns:p14="http://schemas.microsoft.com/office/powerpoint/2010/main" val="40643206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D7E9F94-EB34-124C-B4FC-1F9BB55F59AC}"/>
              </a:ext>
            </a:extLst>
          </p:cNvPr>
          <p:cNvSpPr>
            <a:spLocks noGrp="1"/>
          </p:cNvSpPr>
          <p:nvPr>
            <p:ph type="body" idx="1"/>
          </p:nvPr>
        </p:nvSpPr>
        <p:spPr>
          <a:xfrm>
            <a:off x="304799" y="1353311"/>
            <a:ext cx="5577839" cy="640080"/>
          </a:xfrm>
          <a:solidFill>
            <a:schemeClr val="tx2"/>
          </a:solidFill>
          <a:ln>
            <a:noFill/>
          </a:ln>
        </p:spPr>
        <p:txBody>
          <a:bodyPr lIns="182880" anchor="ctr">
            <a:normAutofit/>
          </a:bodyPr>
          <a:lstStyle>
            <a:lvl1pPr marL="0" inden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C3C17AD7-AE32-0646-8D91-70F57BD7E581}"/>
              </a:ext>
            </a:extLst>
          </p:cNvPr>
          <p:cNvSpPr>
            <a:spLocks noGrp="1"/>
          </p:cNvSpPr>
          <p:nvPr>
            <p:ph type="body" sz="quarter" idx="3"/>
          </p:nvPr>
        </p:nvSpPr>
        <p:spPr>
          <a:xfrm>
            <a:off x="6352045" y="1353311"/>
            <a:ext cx="5577839" cy="640080"/>
          </a:xfrm>
          <a:solidFill>
            <a:schemeClr val="tx2"/>
          </a:solidFill>
          <a:ln>
            <a:noFill/>
          </a:ln>
        </p:spPr>
        <p:txBody>
          <a:bodyPr lIns="182880" anchor="ctr">
            <a:normAutofit/>
          </a:bodyPr>
          <a:lstStyle>
            <a:lvl1pPr marL="0" inden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a:extLst>
              <a:ext uri="{FF2B5EF4-FFF2-40B4-BE49-F238E27FC236}">
                <a16:creationId xmlns:a16="http://schemas.microsoft.com/office/drawing/2014/main" id="{0B61F37E-2494-0A44-AF75-B9B13BB59F6D}"/>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11" name="Title 1">
            <a:extLst>
              <a:ext uri="{FF2B5EF4-FFF2-40B4-BE49-F238E27FC236}">
                <a16:creationId xmlns:a16="http://schemas.microsoft.com/office/drawing/2014/main" id="{A228989F-432E-6D4E-B376-90B6391CA7D9}"/>
              </a:ext>
            </a:extLst>
          </p:cNvPr>
          <p:cNvSpPr>
            <a:spLocks noGrp="1"/>
          </p:cNvSpPr>
          <p:nvPr>
            <p:ph type="title"/>
          </p:nvPr>
        </p:nvSpPr>
        <p:spPr>
          <a:xfrm>
            <a:off x="304799" y="365125"/>
            <a:ext cx="10473267" cy="526697"/>
          </a:xfrm>
        </p:spPr>
        <p:txBody>
          <a:bodyPr/>
          <a:lstStyle/>
          <a:p>
            <a:r>
              <a:rPr lang="en-US"/>
              <a:t>Click to edit Master title style</a:t>
            </a:r>
          </a:p>
        </p:txBody>
      </p:sp>
      <p:sp>
        <p:nvSpPr>
          <p:cNvPr id="13" name="Content Placeholder 2">
            <a:extLst>
              <a:ext uri="{FF2B5EF4-FFF2-40B4-BE49-F238E27FC236}">
                <a16:creationId xmlns:a16="http://schemas.microsoft.com/office/drawing/2014/main" id="{215C8035-4F07-8544-94AD-07E339164BB0}"/>
              </a:ext>
            </a:extLst>
          </p:cNvPr>
          <p:cNvSpPr>
            <a:spLocks noGrp="1"/>
          </p:cNvSpPr>
          <p:nvPr>
            <p:ph sz="half" idx="14"/>
          </p:nvPr>
        </p:nvSpPr>
        <p:spPr>
          <a:xfrm>
            <a:off x="304799" y="2188029"/>
            <a:ext cx="5577840" cy="38515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
            <a:extLst>
              <a:ext uri="{FF2B5EF4-FFF2-40B4-BE49-F238E27FC236}">
                <a16:creationId xmlns:a16="http://schemas.microsoft.com/office/drawing/2014/main" id="{B67F73B5-7ADD-0847-8FEC-8701DD3688ED}"/>
              </a:ext>
            </a:extLst>
          </p:cNvPr>
          <p:cNvSpPr>
            <a:spLocks noGrp="1"/>
          </p:cNvSpPr>
          <p:nvPr>
            <p:ph sz="half" idx="2"/>
          </p:nvPr>
        </p:nvSpPr>
        <p:spPr>
          <a:xfrm>
            <a:off x="6352046" y="2189988"/>
            <a:ext cx="5577840" cy="38515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Picture 1">
            <a:extLst>
              <a:ext uri="{FF2B5EF4-FFF2-40B4-BE49-F238E27FC236}">
                <a16:creationId xmlns:a16="http://schemas.microsoft.com/office/drawing/2014/main" id="{F697F91F-02AD-CB48-D568-42D5D314DB2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61805" y="218889"/>
            <a:ext cx="1630195" cy="1086797"/>
          </a:xfrm>
          <a:prstGeom prst="rect">
            <a:avLst/>
          </a:prstGeom>
        </p:spPr>
      </p:pic>
    </p:spTree>
    <p:extLst>
      <p:ext uri="{BB962C8B-B14F-4D97-AF65-F5344CB8AC3E}">
        <p14:creationId xmlns:p14="http://schemas.microsoft.com/office/powerpoint/2010/main" val="4105729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CD49566-D9FF-994F-87B4-A097D90C3717}"/>
              </a:ext>
            </a:extLst>
          </p:cNvPr>
          <p:cNvSpPr/>
          <p:nvPr userDrawn="1"/>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FB6F603-93F2-164A-A93A-184444540122}"/>
              </a:ext>
            </a:extLst>
          </p:cNvPr>
          <p:cNvSpPr>
            <a:spLocks noGrp="1"/>
          </p:cNvSpPr>
          <p:nvPr>
            <p:ph idx="1"/>
          </p:nvPr>
        </p:nvSpPr>
        <p:spPr>
          <a:xfrm>
            <a:off x="6386945" y="1039091"/>
            <a:ext cx="5500256" cy="4821959"/>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A67A7105-E174-6441-974F-C4518C5B878F}"/>
              </a:ext>
            </a:extLst>
          </p:cNvPr>
          <p:cNvSpPr>
            <a:spLocks noGrp="1"/>
          </p:cNvSpPr>
          <p:nvPr>
            <p:ph type="sldNum" sz="quarter" idx="12"/>
          </p:nvPr>
        </p:nvSpPr>
        <p:spPr/>
        <p:txBody>
          <a:bodyPr/>
          <a:lstStyle>
            <a:lvl1pPr>
              <a:defRPr>
                <a:solidFill>
                  <a:schemeClr val="bg1"/>
                </a:solidFill>
              </a:defRPr>
            </a:lvl1pPr>
          </a:lstStyle>
          <a:p>
            <a:fld id="{196AF507-5BE0-AD45-B8C0-F7B01F444CE4}" type="slidenum">
              <a:rPr lang="en-US" smtClean="0"/>
              <a:pPr/>
              <a:t>‹#›</a:t>
            </a:fld>
            <a:endParaRPr lang="en-US" dirty="0"/>
          </a:p>
        </p:txBody>
      </p:sp>
      <p:sp>
        <p:nvSpPr>
          <p:cNvPr id="10" name="Title 1">
            <a:extLst>
              <a:ext uri="{FF2B5EF4-FFF2-40B4-BE49-F238E27FC236}">
                <a16:creationId xmlns:a16="http://schemas.microsoft.com/office/drawing/2014/main" id="{4A431CE1-0E4F-6348-8C67-AED4B0A0E2CE}"/>
              </a:ext>
            </a:extLst>
          </p:cNvPr>
          <p:cNvSpPr>
            <a:spLocks noGrp="1"/>
          </p:cNvSpPr>
          <p:nvPr>
            <p:ph type="title"/>
          </p:nvPr>
        </p:nvSpPr>
        <p:spPr>
          <a:xfrm>
            <a:off x="304799" y="457201"/>
            <a:ext cx="5375565" cy="1155702"/>
          </a:xfrm>
        </p:spPr>
        <p:txBody>
          <a:bodyPr anchor="t"/>
          <a:lstStyle>
            <a:lvl1pPr>
              <a:defRPr sz="3200">
                <a:solidFill>
                  <a:schemeClr val="tx2"/>
                </a:solidFill>
              </a:defRPr>
            </a:lvl1pPr>
          </a:lstStyle>
          <a:p>
            <a:r>
              <a:rPr lang="en-US"/>
              <a:t>Click to edit Master title style</a:t>
            </a:r>
          </a:p>
        </p:txBody>
      </p:sp>
      <p:sp>
        <p:nvSpPr>
          <p:cNvPr id="11" name="Text Placeholder 3">
            <a:extLst>
              <a:ext uri="{FF2B5EF4-FFF2-40B4-BE49-F238E27FC236}">
                <a16:creationId xmlns:a16="http://schemas.microsoft.com/office/drawing/2014/main" id="{69098C74-C8FA-9E4C-BDE2-DF6B46579A50}"/>
              </a:ext>
            </a:extLst>
          </p:cNvPr>
          <p:cNvSpPr>
            <a:spLocks noGrp="1"/>
          </p:cNvSpPr>
          <p:nvPr>
            <p:ph type="body" sz="half" idx="2"/>
          </p:nvPr>
        </p:nvSpPr>
        <p:spPr>
          <a:xfrm>
            <a:off x="304799" y="2057400"/>
            <a:ext cx="5375565" cy="3811588"/>
          </a:xfrm>
        </p:spPr>
        <p:txBody>
          <a:bodyPr>
            <a:normAutofit/>
          </a:bodyPr>
          <a:lstStyle>
            <a:lvl1pPr marL="0" indent="0">
              <a:buNone/>
              <a:defRPr sz="18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2" name="Picture 1">
            <a:extLst>
              <a:ext uri="{FF2B5EF4-FFF2-40B4-BE49-F238E27FC236}">
                <a16:creationId xmlns:a16="http://schemas.microsoft.com/office/drawing/2014/main" id="{A5F92CA5-87A3-05E3-DADB-31CC1BA0A51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189147" y="179389"/>
            <a:ext cx="1630195" cy="1086797"/>
          </a:xfrm>
          <a:prstGeom prst="rect">
            <a:avLst/>
          </a:prstGeom>
        </p:spPr>
      </p:pic>
    </p:spTree>
    <p:extLst>
      <p:ext uri="{BB962C8B-B14F-4D97-AF65-F5344CB8AC3E}">
        <p14:creationId xmlns:p14="http://schemas.microsoft.com/office/powerpoint/2010/main" val="31660677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EA66A-71E2-CB43-B14B-44F11DE448EF}"/>
              </a:ext>
            </a:extLst>
          </p:cNvPr>
          <p:cNvSpPr>
            <a:spLocks noGrp="1"/>
          </p:cNvSpPr>
          <p:nvPr>
            <p:ph type="title"/>
          </p:nvPr>
        </p:nvSpPr>
        <p:spPr/>
        <p:txBody>
          <a:bodyPr/>
          <a:lstStyle/>
          <a:p>
            <a:r>
              <a:rPr lang="en-US"/>
              <a:t>Click to edit Master title style</a:t>
            </a:r>
          </a:p>
        </p:txBody>
      </p:sp>
      <p:sp>
        <p:nvSpPr>
          <p:cNvPr id="5" name="Slide Number Placeholder 4">
            <a:extLst>
              <a:ext uri="{FF2B5EF4-FFF2-40B4-BE49-F238E27FC236}">
                <a16:creationId xmlns:a16="http://schemas.microsoft.com/office/drawing/2014/main" id="{D419BAFF-3F91-DB46-830E-639D3C31AD27}"/>
              </a:ext>
            </a:extLst>
          </p:cNvPr>
          <p:cNvSpPr>
            <a:spLocks noGrp="1"/>
          </p:cNvSpPr>
          <p:nvPr>
            <p:ph type="sldNum" sz="quarter" idx="12"/>
          </p:nvPr>
        </p:nvSpPr>
        <p:spPr/>
        <p:txBody>
          <a:bodyPr/>
          <a:lstStyle/>
          <a:p>
            <a:fld id="{196AF507-5BE0-AD45-B8C0-F7B01F444CE4}" type="slidenum">
              <a:rPr lang="en-US" smtClean="0"/>
              <a:t>‹#›</a:t>
            </a:fld>
            <a:endParaRPr lang="en-US" dirty="0"/>
          </a:p>
        </p:txBody>
      </p:sp>
      <p:pic>
        <p:nvPicPr>
          <p:cNvPr id="3" name="Picture 2">
            <a:extLst>
              <a:ext uri="{FF2B5EF4-FFF2-40B4-BE49-F238E27FC236}">
                <a16:creationId xmlns:a16="http://schemas.microsoft.com/office/drawing/2014/main" id="{0AA6C18F-D326-71C8-BC3C-AA218A458AA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96722" y="171639"/>
            <a:ext cx="1630195" cy="1086797"/>
          </a:xfrm>
          <a:prstGeom prst="rect">
            <a:avLst/>
          </a:prstGeom>
        </p:spPr>
      </p:pic>
    </p:spTree>
    <p:extLst>
      <p:ext uri="{BB962C8B-B14F-4D97-AF65-F5344CB8AC3E}">
        <p14:creationId xmlns:p14="http://schemas.microsoft.com/office/powerpoint/2010/main" val="35520475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A26F25E-D9D7-D146-8B63-053D0905CF86}"/>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5" name="Footer Placeholder 4">
            <a:extLst>
              <a:ext uri="{FF2B5EF4-FFF2-40B4-BE49-F238E27FC236}">
                <a16:creationId xmlns:a16="http://schemas.microsoft.com/office/drawing/2014/main" id="{F68D3031-22D0-ED49-B781-E028261CEB88}"/>
              </a:ext>
            </a:extLst>
          </p:cNvPr>
          <p:cNvSpPr>
            <a:spLocks noGrp="1"/>
          </p:cNvSpPr>
          <p:nvPr>
            <p:ph type="ftr" sz="quarter" idx="3"/>
          </p:nvPr>
        </p:nvSpPr>
        <p:spPr>
          <a:xfrm>
            <a:off x="304798" y="6313486"/>
            <a:ext cx="3532415"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GREYLING INSURANCE BROKERAGE &amp; RISK CONSULTING</a:t>
            </a:r>
          </a:p>
        </p:txBody>
      </p:sp>
    </p:spTree>
    <p:extLst>
      <p:ext uri="{BB962C8B-B14F-4D97-AF65-F5344CB8AC3E}">
        <p14:creationId xmlns:p14="http://schemas.microsoft.com/office/powerpoint/2010/main" val="28120079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with 3/4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CD49566-D9FF-994F-87B4-A097D90C3717}"/>
              </a:ext>
            </a:extLst>
          </p:cNvPr>
          <p:cNvSpPr/>
          <p:nvPr userDrawn="1"/>
        </p:nvSpPr>
        <p:spPr>
          <a:xfrm flipH="1">
            <a:off x="7924800" y="0"/>
            <a:ext cx="427024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lide Number Placeholder 6">
            <a:extLst>
              <a:ext uri="{FF2B5EF4-FFF2-40B4-BE49-F238E27FC236}">
                <a16:creationId xmlns:a16="http://schemas.microsoft.com/office/drawing/2014/main" id="{A67A7105-E174-6441-974F-C4518C5B878F}"/>
              </a:ext>
            </a:extLst>
          </p:cNvPr>
          <p:cNvSpPr>
            <a:spLocks noGrp="1"/>
          </p:cNvSpPr>
          <p:nvPr>
            <p:ph type="sldNum" sz="quarter" idx="12"/>
          </p:nvPr>
        </p:nvSpPr>
        <p:spPr/>
        <p:txBody>
          <a:bodyPr/>
          <a:lstStyle>
            <a:lvl1pPr>
              <a:defRPr>
                <a:solidFill>
                  <a:schemeClr val="tx2"/>
                </a:solidFill>
              </a:defRPr>
            </a:lvl1pPr>
          </a:lstStyle>
          <a:p>
            <a:fld id="{196AF507-5BE0-AD45-B8C0-F7B01F444CE4}" type="slidenum">
              <a:rPr lang="en-US" smtClean="0"/>
              <a:pPr/>
              <a:t>‹#›</a:t>
            </a:fld>
            <a:endParaRPr lang="en-US" dirty="0"/>
          </a:p>
        </p:txBody>
      </p:sp>
      <p:sp>
        <p:nvSpPr>
          <p:cNvPr id="10" name="Title 1">
            <a:extLst>
              <a:ext uri="{FF2B5EF4-FFF2-40B4-BE49-F238E27FC236}">
                <a16:creationId xmlns:a16="http://schemas.microsoft.com/office/drawing/2014/main" id="{4A431CE1-0E4F-6348-8C67-AED4B0A0E2CE}"/>
              </a:ext>
            </a:extLst>
          </p:cNvPr>
          <p:cNvSpPr>
            <a:spLocks noGrp="1"/>
          </p:cNvSpPr>
          <p:nvPr>
            <p:ph type="title"/>
          </p:nvPr>
        </p:nvSpPr>
        <p:spPr>
          <a:xfrm>
            <a:off x="8176591" y="457201"/>
            <a:ext cx="3753296" cy="1155702"/>
          </a:xfrm>
        </p:spPr>
        <p:txBody>
          <a:bodyPr anchor="t"/>
          <a:lstStyle>
            <a:lvl1pPr>
              <a:defRPr sz="3200">
                <a:solidFill>
                  <a:schemeClr val="tx2"/>
                </a:solidFill>
              </a:defRPr>
            </a:lvl1pPr>
          </a:lstStyle>
          <a:p>
            <a:r>
              <a:rPr lang="en-US" dirty="0"/>
              <a:t>Click to edit Master title style</a:t>
            </a:r>
          </a:p>
        </p:txBody>
      </p:sp>
      <p:sp>
        <p:nvSpPr>
          <p:cNvPr id="11" name="Text Placeholder 3">
            <a:extLst>
              <a:ext uri="{FF2B5EF4-FFF2-40B4-BE49-F238E27FC236}">
                <a16:creationId xmlns:a16="http://schemas.microsoft.com/office/drawing/2014/main" id="{69098C74-C8FA-9E4C-BDE2-DF6B46579A50}"/>
              </a:ext>
            </a:extLst>
          </p:cNvPr>
          <p:cNvSpPr>
            <a:spLocks noGrp="1"/>
          </p:cNvSpPr>
          <p:nvPr>
            <p:ph type="body" sz="half" idx="2"/>
          </p:nvPr>
        </p:nvSpPr>
        <p:spPr>
          <a:xfrm>
            <a:off x="8176591" y="2057400"/>
            <a:ext cx="3753296" cy="3811588"/>
          </a:xfrm>
        </p:spPr>
        <p:txBody>
          <a:bodyPr>
            <a:normAutofit/>
          </a:bodyPr>
          <a:lstStyle>
            <a:lvl1pPr marL="0" indent="0">
              <a:buNone/>
              <a:defRPr sz="18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F68D3031-22D0-ED49-B781-E028261CEB88}"/>
              </a:ext>
            </a:extLst>
          </p:cNvPr>
          <p:cNvSpPr>
            <a:spLocks noGrp="1"/>
          </p:cNvSpPr>
          <p:nvPr>
            <p:ph type="ftr" sz="quarter" idx="3"/>
          </p:nvPr>
        </p:nvSpPr>
        <p:spPr>
          <a:xfrm>
            <a:off x="304798" y="6313486"/>
            <a:ext cx="3532415"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GREYLING INSURANCE BROKERAGE &amp; RISK CONSULTING</a:t>
            </a:r>
          </a:p>
        </p:txBody>
      </p:sp>
    </p:spTree>
    <p:extLst>
      <p:ext uri="{BB962C8B-B14F-4D97-AF65-F5344CB8AC3E}">
        <p14:creationId xmlns:p14="http://schemas.microsoft.com/office/powerpoint/2010/main" val="13215433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act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CD49566-D9FF-994F-87B4-A097D90C3717}"/>
              </a:ext>
            </a:extLst>
          </p:cNvPr>
          <p:cNvSpPr/>
          <p:nvPr userDrawn="1"/>
        </p:nvSpPr>
        <p:spPr>
          <a:xfrm flipH="1">
            <a:off x="-1" y="0"/>
            <a:ext cx="40580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lide Number Placeholder 6">
            <a:extLst>
              <a:ext uri="{FF2B5EF4-FFF2-40B4-BE49-F238E27FC236}">
                <a16:creationId xmlns:a16="http://schemas.microsoft.com/office/drawing/2014/main" id="{A67A7105-E174-6441-974F-C4518C5B878F}"/>
              </a:ext>
            </a:extLst>
          </p:cNvPr>
          <p:cNvSpPr>
            <a:spLocks noGrp="1"/>
          </p:cNvSpPr>
          <p:nvPr>
            <p:ph type="sldNum" sz="quarter" idx="12"/>
          </p:nvPr>
        </p:nvSpPr>
        <p:spPr/>
        <p:txBody>
          <a:bodyPr/>
          <a:lstStyle>
            <a:lvl1pPr>
              <a:defRPr>
                <a:solidFill>
                  <a:schemeClr val="tx2"/>
                </a:solidFill>
              </a:defRPr>
            </a:lvl1pPr>
          </a:lstStyle>
          <a:p>
            <a:fld id="{196AF507-5BE0-AD45-B8C0-F7B01F444CE4}" type="slidenum">
              <a:rPr lang="en-US" smtClean="0"/>
              <a:pPr/>
              <a:t>‹#›</a:t>
            </a:fld>
            <a:endParaRPr lang="en-US" dirty="0"/>
          </a:p>
        </p:txBody>
      </p:sp>
      <p:sp>
        <p:nvSpPr>
          <p:cNvPr id="8" name="Footer Placeholder 4">
            <a:extLst>
              <a:ext uri="{FF2B5EF4-FFF2-40B4-BE49-F238E27FC236}">
                <a16:creationId xmlns:a16="http://schemas.microsoft.com/office/drawing/2014/main" id="{6E52F0CA-2BE0-6342-B2B7-684EB8D86564}"/>
              </a:ext>
            </a:extLst>
          </p:cNvPr>
          <p:cNvSpPr>
            <a:spLocks noGrp="1"/>
          </p:cNvSpPr>
          <p:nvPr>
            <p:ph type="ftr" sz="quarter" idx="3"/>
          </p:nvPr>
        </p:nvSpPr>
        <p:spPr>
          <a:xfrm>
            <a:off x="304798" y="6313486"/>
            <a:ext cx="3379305" cy="365125"/>
          </a:xfrm>
          <a:prstGeom prst="rect">
            <a:avLst/>
          </a:prstGeom>
        </p:spPr>
        <p:txBody>
          <a:bodyPr vert="horz" lIns="91440" tIns="45720" rIns="91440" bIns="45720" rtlCol="0" anchor="ctr"/>
          <a:lstStyle>
            <a:lvl1pPr algn="l">
              <a:defRPr sz="900">
                <a:solidFill>
                  <a:schemeClr val="bg1"/>
                </a:solidFill>
              </a:defRPr>
            </a:lvl1pPr>
          </a:lstStyle>
          <a:p>
            <a:r>
              <a:rPr lang="en-US" dirty="0"/>
              <a:t>GREYLING INSURANCE BROKERAGE &amp; RISK CONSULTING</a:t>
            </a:r>
          </a:p>
        </p:txBody>
      </p:sp>
      <p:sp>
        <p:nvSpPr>
          <p:cNvPr id="10" name="Title 1">
            <a:extLst>
              <a:ext uri="{FF2B5EF4-FFF2-40B4-BE49-F238E27FC236}">
                <a16:creationId xmlns:a16="http://schemas.microsoft.com/office/drawing/2014/main" id="{4A431CE1-0E4F-6348-8C67-AED4B0A0E2CE}"/>
              </a:ext>
            </a:extLst>
          </p:cNvPr>
          <p:cNvSpPr>
            <a:spLocks noGrp="1"/>
          </p:cNvSpPr>
          <p:nvPr>
            <p:ph type="title"/>
          </p:nvPr>
        </p:nvSpPr>
        <p:spPr>
          <a:xfrm>
            <a:off x="304799" y="457201"/>
            <a:ext cx="3379305" cy="1155702"/>
          </a:xfrm>
        </p:spPr>
        <p:txBody>
          <a:bodyPr anchor="t"/>
          <a:lstStyle>
            <a:lvl1pPr>
              <a:defRPr sz="3200">
                <a:solidFill>
                  <a:schemeClr val="bg1"/>
                </a:solidFill>
              </a:defRPr>
            </a:lvl1pPr>
          </a:lstStyle>
          <a:p>
            <a:r>
              <a:rPr lang="en-US"/>
              <a:t>Click to edit Master title style</a:t>
            </a:r>
          </a:p>
        </p:txBody>
      </p:sp>
      <p:sp>
        <p:nvSpPr>
          <p:cNvPr id="11" name="Text Placeholder 3">
            <a:extLst>
              <a:ext uri="{FF2B5EF4-FFF2-40B4-BE49-F238E27FC236}">
                <a16:creationId xmlns:a16="http://schemas.microsoft.com/office/drawing/2014/main" id="{69098C74-C8FA-9E4C-BDE2-DF6B46579A50}"/>
              </a:ext>
            </a:extLst>
          </p:cNvPr>
          <p:cNvSpPr>
            <a:spLocks noGrp="1"/>
          </p:cNvSpPr>
          <p:nvPr>
            <p:ph type="body" sz="half" idx="2"/>
          </p:nvPr>
        </p:nvSpPr>
        <p:spPr>
          <a:xfrm>
            <a:off x="304799" y="2057400"/>
            <a:ext cx="3379305"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5E2CCD83-313F-4545-BF85-C03B0ADD3E82}"/>
              </a:ext>
            </a:extLst>
          </p:cNvPr>
          <p:cNvSpPr>
            <a:spLocks noGrp="1"/>
          </p:cNvSpPr>
          <p:nvPr>
            <p:ph type="pic" sz="quarter" idx="13"/>
          </p:nvPr>
        </p:nvSpPr>
        <p:spPr>
          <a:xfrm>
            <a:off x="4372943" y="457202"/>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5" name="Text Placeholder 4">
            <a:extLst>
              <a:ext uri="{FF2B5EF4-FFF2-40B4-BE49-F238E27FC236}">
                <a16:creationId xmlns:a16="http://schemas.microsoft.com/office/drawing/2014/main" id="{5212FFC0-1C58-4C45-8B08-95E5FD828CCF}"/>
              </a:ext>
            </a:extLst>
          </p:cNvPr>
          <p:cNvSpPr>
            <a:spLocks noGrp="1"/>
          </p:cNvSpPr>
          <p:nvPr>
            <p:ph type="body" sz="quarter" idx="14" hasCustomPrompt="1"/>
          </p:nvPr>
        </p:nvSpPr>
        <p:spPr>
          <a:xfrm>
            <a:off x="5684631" y="812180"/>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13" name="Text Placeholder 4">
            <a:extLst>
              <a:ext uri="{FF2B5EF4-FFF2-40B4-BE49-F238E27FC236}">
                <a16:creationId xmlns:a16="http://schemas.microsoft.com/office/drawing/2014/main" id="{EDA3AEC7-69CE-9042-AC5F-664AA765D656}"/>
              </a:ext>
            </a:extLst>
          </p:cNvPr>
          <p:cNvSpPr>
            <a:spLocks noGrp="1"/>
          </p:cNvSpPr>
          <p:nvPr>
            <p:ph type="body" sz="quarter" idx="15" hasCustomPrompt="1"/>
          </p:nvPr>
        </p:nvSpPr>
        <p:spPr>
          <a:xfrm>
            <a:off x="5684631" y="457201"/>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38" name="Picture Placeholder 2">
            <a:extLst>
              <a:ext uri="{FF2B5EF4-FFF2-40B4-BE49-F238E27FC236}">
                <a16:creationId xmlns:a16="http://schemas.microsoft.com/office/drawing/2014/main" id="{7DC6D670-6205-F349-9E32-9E7783CE849A}"/>
              </a:ext>
            </a:extLst>
          </p:cNvPr>
          <p:cNvSpPr>
            <a:spLocks noGrp="1"/>
          </p:cNvSpPr>
          <p:nvPr>
            <p:ph type="pic" sz="quarter" idx="16"/>
          </p:nvPr>
        </p:nvSpPr>
        <p:spPr>
          <a:xfrm>
            <a:off x="8282334" y="457201"/>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39" name="Text Placeholder 4">
            <a:extLst>
              <a:ext uri="{FF2B5EF4-FFF2-40B4-BE49-F238E27FC236}">
                <a16:creationId xmlns:a16="http://schemas.microsoft.com/office/drawing/2014/main" id="{6C4D3B50-27A0-E54F-AF93-B666F707A8FF}"/>
              </a:ext>
            </a:extLst>
          </p:cNvPr>
          <p:cNvSpPr>
            <a:spLocks noGrp="1"/>
          </p:cNvSpPr>
          <p:nvPr>
            <p:ph type="body" sz="quarter" idx="17" hasCustomPrompt="1"/>
          </p:nvPr>
        </p:nvSpPr>
        <p:spPr>
          <a:xfrm>
            <a:off x="9594022" y="812179"/>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40" name="Text Placeholder 4">
            <a:extLst>
              <a:ext uri="{FF2B5EF4-FFF2-40B4-BE49-F238E27FC236}">
                <a16:creationId xmlns:a16="http://schemas.microsoft.com/office/drawing/2014/main" id="{D4ACB152-C6DE-DB4A-A026-B1554E22B3C4}"/>
              </a:ext>
            </a:extLst>
          </p:cNvPr>
          <p:cNvSpPr>
            <a:spLocks noGrp="1"/>
          </p:cNvSpPr>
          <p:nvPr>
            <p:ph type="body" sz="quarter" idx="18" hasCustomPrompt="1"/>
          </p:nvPr>
        </p:nvSpPr>
        <p:spPr>
          <a:xfrm>
            <a:off x="9594022" y="457200"/>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41" name="Picture Placeholder 2">
            <a:extLst>
              <a:ext uri="{FF2B5EF4-FFF2-40B4-BE49-F238E27FC236}">
                <a16:creationId xmlns:a16="http://schemas.microsoft.com/office/drawing/2014/main" id="{2B1BFC49-C285-8A4E-BEDA-06053AF3BE2A}"/>
              </a:ext>
            </a:extLst>
          </p:cNvPr>
          <p:cNvSpPr>
            <a:spLocks noGrp="1"/>
          </p:cNvSpPr>
          <p:nvPr>
            <p:ph type="pic" sz="quarter" idx="19"/>
          </p:nvPr>
        </p:nvSpPr>
        <p:spPr>
          <a:xfrm>
            <a:off x="4372943" y="1873763"/>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42" name="Text Placeholder 4">
            <a:extLst>
              <a:ext uri="{FF2B5EF4-FFF2-40B4-BE49-F238E27FC236}">
                <a16:creationId xmlns:a16="http://schemas.microsoft.com/office/drawing/2014/main" id="{D1821DFF-0FEC-5E4E-AA8E-91430FD9FCC7}"/>
              </a:ext>
            </a:extLst>
          </p:cNvPr>
          <p:cNvSpPr>
            <a:spLocks noGrp="1"/>
          </p:cNvSpPr>
          <p:nvPr>
            <p:ph type="body" sz="quarter" idx="20" hasCustomPrompt="1"/>
          </p:nvPr>
        </p:nvSpPr>
        <p:spPr>
          <a:xfrm>
            <a:off x="5684631" y="2228741"/>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43" name="Text Placeholder 4">
            <a:extLst>
              <a:ext uri="{FF2B5EF4-FFF2-40B4-BE49-F238E27FC236}">
                <a16:creationId xmlns:a16="http://schemas.microsoft.com/office/drawing/2014/main" id="{22538C76-3986-D241-A229-553209807EA2}"/>
              </a:ext>
            </a:extLst>
          </p:cNvPr>
          <p:cNvSpPr>
            <a:spLocks noGrp="1"/>
          </p:cNvSpPr>
          <p:nvPr>
            <p:ph type="body" sz="quarter" idx="21" hasCustomPrompt="1"/>
          </p:nvPr>
        </p:nvSpPr>
        <p:spPr>
          <a:xfrm>
            <a:off x="5684631" y="1873762"/>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44" name="Picture Placeholder 2">
            <a:extLst>
              <a:ext uri="{FF2B5EF4-FFF2-40B4-BE49-F238E27FC236}">
                <a16:creationId xmlns:a16="http://schemas.microsoft.com/office/drawing/2014/main" id="{7EAF257A-442C-B04C-AE37-CF8DFA6DC5D2}"/>
              </a:ext>
            </a:extLst>
          </p:cNvPr>
          <p:cNvSpPr>
            <a:spLocks noGrp="1"/>
          </p:cNvSpPr>
          <p:nvPr>
            <p:ph type="pic" sz="quarter" idx="22"/>
          </p:nvPr>
        </p:nvSpPr>
        <p:spPr>
          <a:xfrm>
            <a:off x="8282334" y="1873762"/>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45" name="Text Placeholder 4">
            <a:extLst>
              <a:ext uri="{FF2B5EF4-FFF2-40B4-BE49-F238E27FC236}">
                <a16:creationId xmlns:a16="http://schemas.microsoft.com/office/drawing/2014/main" id="{F89D208F-7484-4F4D-A551-A8F9EBFCE3C7}"/>
              </a:ext>
            </a:extLst>
          </p:cNvPr>
          <p:cNvSpPr>
            <a:spLocks noGrp="1"/>
          </p:cNvSpPr>
          <p:nvPr>
            <p:ph type="body" sz="quarter" idx="23" hasCustomPrompt="1"/>
          </p:nvPr>
        </p:nvSpPr>
        <p:spPr>
          <a:xfrm>
            <a:off x="9594022" y="2228740"/>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46" name="Text Placeholder 4">
            <a:extLst>
              <a:ext uri="{FF2B5EF4-FFF2-40B4-BE49-F238E27FC236}">
                <a16:creationId xmlns:a16="http://schemas.microsoft.com/office/drawing/2014/main" id="{F110D197-A05F-894E-93BC-8272AFE6ED8D}"/>
              </a:ext>
            </a:extLst>
          </p:cNvPr>
          <p:cNvSpPr>
            <a:spLocks noGrp="1"/>
          </p:cNvSpPr>
          <p:nvPr>
            <p:ph type="body" sz="quarter" idx="24" hasCustomPrompt="1"/>
          </p:nvPr>
        </p:nvSpPr>
        <p:spPr>
          <a:xfrm>
            <a:off x="9594022" y="1873761"/>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59" name="Picture Placeholder 2">
            <a:extLst>
              <a:ext uri="{FF2B5EF4-FFF2-40B4-BE49-F238E27FC236}">
                <a16:creationId xmlns:a16="http://schemas.microsoft.com/office/drawing/2014/main" id="{E65890E2-B11D-CB4A-9381-9DA4954EAC0F}"/>
              </a:ext>
            </a:extLst>
          </p:cNvPr>
          <p:cNvSpPr>
            <a:spLocks noGrp="1"/>
          </p:cNvSpPr>
          <p:nvPr>
            <p:ph type="pic" sz="quarter" idx="25"/>
          </p:nvPr>
        </p:nvSpPr>
        <p:spPr>
          <a:xfrm>
            <a:off x="4372943" y="3290325"/>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60" name="Text Placeholder 4">
            <a:extLst>
              <a:ext uri="{FF2B5EF4-FFF2-40B4-BE49-F238E27FC236}">
                <a16:creationId xmlns:a16="http://schemas.microsoft.com/office/drawing/2014/main" id="{70193A17-4913-3E4B-97E8-E75C458609BE}"/>
              </a:ext>
            </a:extLst>
          </p:cNvPr>
          <p:cNvSpPr>
            <a:spLocks noGrp="1"/>
          </p:cNvSpPr>
          <p:nvPr>
            <p:ph type="body" sz="quarter" idx="26" hasCustomPrompt="1"/>
          </p:nvPr>
        </p:nvSpPr>
        <p:spPr>
          <a:xfrm>
            <a:off x="5684631" y="3645303"/>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61" name="Text Placeholder 4">
            <a:extLst>
              <a:ext uri="{FF2B5EF4-FFF2-40B4-BE49-F238E27FC236}">
                <a16:creationId xmlns:a16="http://schemas.microsoft.com/office/drawing/2014/main" id="{9629ADDA-8BFE-8148-8AF0-6FE29909E25C}"/>
              </a:ext>
            </a:extLst>
          </p:cNvPr>
          <p:cNvSpPr>
            <a:spLocks noGrp="1"/>
          </p:cNvSpPr>
          <p:nvPr>
            <p:ph type="body" sz="quarter" idx="27" hasCustomPrompt="1"/>
          </p:nvPr>
        </p:nvSpPr>
        <p:spPr>
          <a:xfrm>
            <a:off x="5684631" y="3290324"/>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62" name="Picture Placeholder 2">
            <a:extLst>
              <a:ext uri="{FF2B5EF4-FFF2-40B4-BE49-F238E27FC236}">
                <a16:creationId xmlns:a16="http://schemas.microsoft.com/office/drawing/2014/main" id="{94AD0FAF-D796-DB49-89B9-FC9DAEA55B37}"/>
              </a:ext>
            </a:extLst>
          </p:cNvPr>
          <p:cNvSpPr>
            <a:spLocks noGrp="1"/>
          </p:cNvSpPr>
          <p:nvPr>
            <p:ph type="pic" sz="quarter" idx="28"/>
          </p:nvPr>
        </p:nvSpPr>
        <p:spPr>
          <a:xfrm>
            <a:off x="8282334" y="3290324"/>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63" name="Text Placeholder 4">
            <a:extLst>
              <a:ext uri="{FF2B5EF4-FFF2-40B4-BE49-F238E27FC236}">
                <a16:creationId xmlns:a16="http://schemas.microsoft.com/office/drawing/2014/main" id="{20AE03C4-7F7E-6D4D-9873-56D05FE9D695}"/>
              </a:ext>
            </a:extLst>
          </p:cNvPr>
          <p:cNvSpPr>
            <a:spLocks noGrp="1"/>
          </p:cNvSpPr>
          <p:nvPr>
            <p:ph type="body" sz="quarter" idx="29" hasCustomPrompt="1"/>
          </p:nvPr>
        </p:nvSpPr>
        <p:spPr>
          <a:xfrm>
            <a:off x="9594022" y="3645302"/>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64" name="Text Placeholder 4">
            <a:extLst>
              <a:ext uri="{FF2B5EF4-FFF2-40B4-BE49-F238E27FC236}">
                <a16:creationId xmlns:a16="http://schemas.microsoft.com/office/drawing/2014/main" id="{9DD3C845-3328-7944-9473-652A13EB93C2}"/>
              </a:ext>
            </a:extLst>
          </p:cNvPr>
          <p:cNvSpPr>
            <a:spLocks noGrp="1"/>
          </p:cNvSpPr>
          <p:nvPr>
            <p:ph type="body" sz="quarter" idx="30" hasCustomPrompt="1"/>
          </p:nvPr>
        </p:nvSpPr>
        <p:spPr>
          <a:xfrm>
            <a:off x="9594022" y="3290323"/>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65" name="Picture Placeholder 2">
            <a:extLst>
              <a:ext uri="{FF2B5EF4-FFF2-40B4-BE49-F238E27FC236}">
                <a16:creationId xmlns:a16="http://schemas.microsoft.com/office/drawing/2014/main" id="{EEDC74B7-98A8-DF4A-A8FC-773FEDA14874}"/>
              </a:ext>
            </a:extLst>
          </p:cNvPr>
          <p:cNvSpPr>
            <a:spLocks noGrp="1"/>
          </p:cNvSpPr>
          <p:nvPr>
            <p:ph type="pic" sz="quarter" idx="31"/>
          </p:nvPr>
        </p:nvSpPr>
        <p:spPr>
          <a:xfrm>
            <a:off x="4372943" y="4706886"/>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66" name="Text Placeholder 4">
            <a:extLst>
              <a:ext uri="{FF2B5EF4-FFF2-40B4-BE49-F238E27FC236}">
                <a16:creationId xmlns:a16="http://schemas.microsoft.com/office/drawing/2014/main" id="{10793338-5DDB-3945-A7EA-18BD866C4835}"/>
              </a:ext>
            </a:extLst>
          </p:cNvPr>
          <p:cNvSpPr>
            <a:spLocks noGrp="1"/>
          </p:cNvSpPr>
          <p:nvPr>
            <p:ph type="body" sz="quarter" idx="32" hasCustomPrompt="1"/>
          </p:nvPr>
        </p:nvSpPr>
        <p:spPr>
          <a:xfrm>
            <a:off x="5684631" y="5061864"/>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67" name="Text Placeholder 4">
            <a:extLst>
              <a:ext uri="{FF2B5EF4-FFF2-40B4-BE49-F238E27FC236}">
                <a16:creationId xmlns:a16="http://schemas.microsoft.com/office/drawing/2014/main" id="{E90E91C9-77EC-9F4F-A53E-03A0192CC430}"/>
              </a:ext>
            </a:extLst>
          </p:cNvPr>
          <p:cNvSpPr>
            <a:spLocks noGrp="1"/>
          </p:cNvSpPr>
          <p:nvPr>
            <p:ph type="body" sz="quarter" idx="33" hasCustomPrompt="1"/>
          </p:nvPr>
        </p:nvSpPr>
        <p:spPr>
          <a:xfrm>
            <a:off x="5684631" y="4706885"/>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
        <p:nvSpPr>
          <p:cNvPr id="68" name="Picture Placeholder 2">
            <a:extLst>
              <a:ext uri="{FF2B5EF4-FFF2-40B4-BE49-F238E27FC236}">
                <a16:creationId xmlns:a16="http://schemas.microsoft.com/office/drawing/2014/main" id="{AF9C7F81-277D-2A4B-B5B4-173191E7B80A}"/>
              </a:ext>
            </a:extLst>
          </p:cNvPr>
          <p:cNvSpPr>
            <a:spLocks noGrp="1"/>
          </p:cNvSpPr>
          <p:nvPr>
            <p:ph type="pic" sz="quarter" idx="34"/>
          </p:nvPr>
        </p:nvSpPr>
        <p:spPr>
          <a:xfrm>
            <a:off x="8282334" y="4706885"/>
            <a:ext cx="1155702" cy="1155702"/>
          </a:xfrm>
        </p:spPr>
        <p:txBody>
          <a:bodyPr anchor="ctr">
            <a:normAutofit/>
          </a:bodyPr>
          <a:lstStyle>
            <a:lvl1pPr marL="0" indent="0" algn="ctr">
              <a:buNone/>
              <a:defRPr sz="1400">
                <a:solidFill>
                  <a:schemeClr val="accent4"/>
                </a:solidFill>
              </a:defRPr>
            </a:lvl1pPr>
          </a:lstStyle>
          <a:p>
            <a:endParaRPr lang="en-US" dirty="0"/>
          </a:p>
        </p:txBody>
      </p:sp>
      <p:sp>
        <p:nvSpPr>
          <p:cNvPr id="69" name="Text Placeholder 4">
            <a:extLst>
              <a:ext uri="{FF2B5EF4-FFF2-40B4-BE49-F238E27FC236}">
                <a16:creationId xmlns:a16="http://schemas.microsoft.com/office/drawing/2014/main" id="{33E8A1C0-A546-C848-8026-3DEF454900CD}"/>
              </a:ext>
            </a:extLst>
          </p:cNvPr>
          <p:cNvSpPr>
            <a:spLocks noGrp="1"/>
          </p:cNvSpPr>
          <p:nvPr>
            <p:ph type="body" sz="quarter" idx="35" hasCustomPrompt="1"/>
          </p:nvPr>
        </p:nvSpPr>
        <p:spPr>
          <a:xfrm>
            <a:off x="9594022" y="5061863"/>
            <a:ext cx="2293179" cy="800723"/>
          </a:xfrm>
        </p:spPr>
        <p:txBody>
          <a:bodyPr>
            <a:normAutofit/>
          </a:bodyPr>
          <a:lstStyle>
            <a:lvl1pPr marL="0" indent="0">
              <a:lnSpc>
                <a:spcPct val="100000"/>
              </a:lnSpc>
              <a:spcBef>
                <a:spcPts val="400"/>
              </a:spcBef>
              <a:buNone/>
              <a:defRPr sz="850"/>
            </a:lvl1pPr>
            <a:lvl2pPr marL="457200" indent="0">
              <a:buNone/>
              <a:defRPr/>
            </a:lvl2pPr>
            <a:lvl3pPr marL="914400" indent="0">
              <a:buNone/>
              <a:defRPr/>
            </a:lvl3pPr>
            <a:lvl4pPr marL="1371600" indent="0">
              <a:buNone/>
              <a:defRPr/>
            </a:lvl4pPr>
            <a:lvl5pPr marL="1828800" indent="0">
              <a:buNone/>
              <a:defRPr/>
            </a:lvl5pPr>
          </a:lstStyle>
          <a:p>
            <a:pPr lvl="0"/>
            <a:r>
              <a:rPr lang="en-US"/>
              <a:t>Insert Title</a:t>
            </a:r>
          </a:p>
          <a:p>
            <a:pPr lvl="0"/>
            <a:r>
              <a:rPr lang="en-US"/>
              <a:t>(555) 555-5555</a:t>
            </a:r>
          </a:p>
          <a:p>
            <a:pPr lvl="0"/>
            <a:r>
              <a:rPr lang="en-US" err="1"/>
              <a:t>Firstname.lastname@epicbrokers.com</a:t>
            </a:r>
            <a:endParaRPr lang="en-US"/>
          </a:p>
          <a:p>
            <a:pPr lvl="0"/>
            <a:r>
              <a:rPr lang="en-US"/>
              <a:t>Optional Role</a:t>
            </a:r>
          </a:p>
        </p:txBody>
      </p:sp>
      <p:sp>
        <p:nvSpPr>
          <p:cNvPr id="70" name="Text Placeholder 4">
            <a:extLst>
              <a:ext uri="{FF2B5EF4-FFF2-40B4-BE49-F238E27FC236}">
                <a16:creationId xmlns:a16="http://schemas.microsoft.com/office/drawing/2014/main" id="{611025C5-3B4F-D748-B0A9-FC21FCA2A45B}"/>
              </a:ext>
            </a:extLst>
          </p:cNvPr>
          <p:cNvSpPr>
            <a:spLocks noGrp="1"/>
          </p:cNvSpPr>
          <p:nvPr>
            <p:ph type="body" sz="quarter" idx="36" hasCustomPrompt="1"/>
          </p:nvPr>
        </p:nvSpPr>
        <p:spPr>
          <a:xfrm>
            <a:off x="9594022" y="4706884"/>
            <a:ext cx="2293179" cy="337929"/>
          </a:xfrm>
        </p:spPr>
        <p:txBody>
          <a:bodyPr>
            <a:normAutofit/>
          </a:bodyPr>
          <a:lstStyle>
            <a:lvl1pPr marL="0" indent="0">
              <a:buNone/>
              <a:defRPr sz="1200" b="1"/>
            </a:lvl1pPr>
            <a:lvl2pPr marL="457200" indent="0">
              <a:buNone/>
              <a:defRPr/>
            </a:lvl2pPr>
            <a:lvl3pPr marL="914400" indent="0">
              <a:buNone/>
              <a:defRPr/>
            </a:lvl3pPr>
            <a:lvl4pPr marL="1371600" indent="0">
              <a:buNone/>
              <a:defRPr/>
            </a:lvl4pPr>
            <a:lvl5pPr marL="1828800" indent="0">
              <a:buNone/>
              <a:defRPr/>
            </a:lvl5pPr>
          </a:lstStyle>
          <a:p>
            <a:pPr lvl="0"/>
            <a:r>
              <a:rPr lang="en-US" err="1"/>
              <a:t>Firstname</a:t>
            </a:r>
            <a:r>
              <a:rPr lang="en-US"/>
              <a:t> </a:t>
            </a:r>
            <a:r>
              <a:rPr lang="en-US" err="1"/>
              <a:t>Lastname</a:t>
            </a:r>
            <a:endParaRPr lang="en-US"/>
          </a:p>
        </p:txBody>
      </p:sp>
    </p:spTree>
    <p:extLst>
      <p:ext uri="{BB962C8B-B14F-4D97-AF65-F5344CB8AC3E}">
        <p14:creationId xmlns:p14="http://schemas.microsoft.com/office/powerpoint/2010/main" val="29027876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C4EDDA-9704-DF47-8689-35F87024A250}"/>
              </a:ext>
            </a:extLst>
          </p:cNvPr>
          <p:cNvSpPr/>
          <p:nvPr userDrawn="1"/>
        </p:nvSpPr>
        <p:spPr>
          <a:xfrm>
            <a:off x="0" y="0"/>
            <a:ext cx="6096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4B8F56A-F051-3840-9E31-F95419ABF9C8}"/>
              </a:ext>
            </a:extLst>
          </p:cNvPr>
          <p:cNvSpPr>
            <a:spLocks noGrp="1"/>
          </p:cNvSpPr>
          <p:nvPr>
            <p:ph type="title"/>
          </p:nvPr>
        </p:nvSpPr>
        <p:spPr>
          <a:xfrm>
            <a:off x="304799" y="457201"/>
            <a:ext cx="5375565" cy="1155702"/>
          </a:xfrm>
        </p:spPr>
        <p:txBody>
          <a:bodyPr anchor="t"/>
          <a:lstStyle>
            <a:lvl1pPr>
              <a:defRPr sz="3200">
                <a:solidFill>
                  <a:schemeClr val="bg1"/>
                </a:solidFill>
              </a:defRPr>
            </a:lvl1pPr>
          </a:lstStyle>
          <a:p>
            <a:r>
              <a:rPr lang="en-US" dirty="0"/>
              <a:t>Click to edit Master title style</a:t>
            </a:r>
          </a:p>
        </p:txBody>
      </p:sp>
      <p:sp>
        <p:nvSpPr>
          <p:cNvPr id="3" name="Picture Placeholder 2">
            <a:extLst>
              <a:ext uri="{FF2B5EF4-FFF2-40B4-BE49-F238E27FC236}">
                <a16:creationId xmlns:a16="http://schemas.microsoft.com/office/drawing/2014/main" id="{B8A6445E-5AC4-7C45-BD90-DB00D067E4B9}"/>
              </a:ext>
            </a:extLst>
          </p:cNvPr>
          <p:cNvSpPr>
            <a:spLocks noGrp="1"/>
          </p:cNvSpPr>
          <p:nvPr>
            <p:ph type="pic" idx="1"/>
          </p:nvPr>
        </p:nvSpPr>
        <p:spPr>
          <a:xfrm>
            <a:off x="6096000" y="1"/>
            <a:ext cx="6096000" cy="3429000"/>
          </a:xfrm>
        </p:spPr>
        <p:txBody>
          <a:bodyPr anchor="ctr">
            <a:normAutofit/>
          </a:bodyPr>
          <a:lstStyle>
            <a:lvl1pPr marL="0" indent="0" algn="ctr">
              <a:buNone/>
              <a:defRPr sz="1400">
                <a:solidFill>
                  <a:schemeClr val="accent4"/>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8796600B-2B65-6E49-A043-20D2AFDB69B5}"/>
              </a:ext>
            </a:extLst>
          </p:cNvPr>
          <p:cNvSpPr>
            <a:spLocks noGrp="1"/>
          </p:cNvSpPr>
          <p:nvPr>
            <p:ph type="body" sz="half" idx="2"/>
          </p:nvPr>
        </p:nvSpPr>
        <p:spPr>
          <a:xfrm>
            <a:off x="327839" y="2057400"/>
            <a:ext cx="5375565"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4D56144F-85FE-AF41-972F-65613A07B30E}"/>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8" name="Footer Placeholder 4">
            <a:extLst>
              <a:ext uri="{FF2B5EF4-FFF2-40B4-BE49-F238E27FC236}">
                <a16:creationId xmlns:a16="http://schemas.microsoft.com/office/drawing/2014/main" id="{705A324E-B1CD-8A40-B5B5-D6CE7F042D37}"/>
              </a:ext>
            </a:extLst>
          </p:cNvPr>
          <p:cNvSpPr>
            <a:spLocks noGrp="1"/>
          </p:cNvSpPr>
          <p:nvPr>
            <p:ph type="ftr" sz="quarter" idx="3"/>
          </p:nvPr>
        </p:nvSpPr>
        <p:spPr>
          <a:xfrm>
            <a:off x="304799" y="6313486"/>
            <a:ext cx="3450772" cy="365125"/>
          </a:xfrm>
          <a:prstGeom prst="rect">
            <a:avLst/>
          </a:prstGeom>
        </p:spPr>
        <p:txBody>
          <a:bodyPr vert="horz" lIns="91440" tIns="45720" rIns="91440" bIns="45720" rtlCol="0" anchor="ctr"/>
          <a:lstStyle>
            <a:lvl1pPr algn="l">
              <a:defRPr sz="900">
                <a:solidFill>
                  <a:schemeClr val="bg1"/>
                </a:solidFill>
              </a:defRPr>
            </a:lvl1pPr>
          </a:lstStyle>
          <a:p>
            <a:r>
              <a:rPr lang="en-US" dirty="0"/>
              <a:t>GREYLING INSURANCE BROKERAGE &amp; RISK CONSULTING</a:t>
            </a:r>
          </a:p>
        </p:txBody>
      </p:sp>
      <p:sp>
        <p:nvSpPr>
          <p:cNvPr id="9" name="Content Placeholder 8">
            <a:extLst>
              <a:ext uri="{FF2B5EF4-FFF2-40B4-BE49-F238E27FC236}">
                <a16:creationId xmlns:a16="http://schemas.microsoft.com/office/drawing/2014/main" id="{D2D4F5E2-593A-ED4E-9938-803FC7810FAA}"/>
              </a:ext>
            </a:extLst>
          </p:cNvPr>
          <p:cNvSpPr>
            <a:spLocks noGrp="1"/>
          </p:cNvSpPr>
          <p:nvPr>
            <p:ph sz="quarter" idx="13"/>
          </p:nvPr>
        </p:nvSpPr>
        <p:spPr>
          <a:xfrm>
            <a:off x="6511925" y="3882887"/>
            <a:ext cx="5418138" cy="2227400"/>
          </a:xfrm>
        </p:spPr>
        <p:txBody>
          <a:bodyPr>
            <a:normAutofit/>
          </a:bodyPr>
          <a:lstStyle>
            <a:lvl1pPr>
              <a:defRPr sz="1600"/>
            </a:lvl1pPr>
            <a:lvl2pPr>
              <a:defRPr sz="1400"/>
            </a:lvl2pPr>
            <a:lvl3pPr>
              <a:defRPr sz="12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419956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with Brand Element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68142D5-6DC0-C445-8EE8-3B118C06E016}"/>
              </a:ext>
            </a:extLst>
          </p:cNvPr>
          <p:cNvSpPr/>
          <p:nvPr userDrawn="1"/>
        </p:nvSpPr>
        <p:spPr>
          <a:xfrm>
            <a:off x="304799" y="4427330"/>
            <a:ext cx="365125" cy="36512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p>
        </p:txBody>
      </p:sp>
      <p:sp>
        <p:nvSpPr>
          <p:cNvPr id="2" name="Title 1">
            <a:extLst>
              <a:ext uri="{FF2B5EF4-FFF2-40B4-BE49-F238E27FC236}">
                <a16:creationId xmlns:a16="http://schemas.microsoft.com/office/drawing/2014/main" id="{44B8F56A-F051-3840-9E31-F95419ABF9C8}"/>
              </a:ext>
            </a:extLst>
          </p:cNvPr>
          <p:cNvSpPr>
            <a:spLocks noGrp="1"/>
          </p:cNvSpPr>
          <p:nvPr>
            <p:ph type="title"/>
          </p:nvPr>
        </p:nvSpPr>
        <p:spPr>
          <a:xfrm>
            <a:off x="304799" y="901699"/>
            <a:ext cx="5375565" cy="1155702"/>
          </a:xfrm>
        </p:spPr>
        <p:txBody>
          <a:bodyPr anchor="t"/>
          <a:lstStyle>
            <a:lvl1pPr>
              <a:defRPr sz="3200">
                <a:solidFill>
                  <a:schemeClr val="tx2"/>
                </a:solidFill>
              </a:defRPr>
            </a:lvl1pPr>
          </a:lstStyle>
          <a:p>
            <a:r>
              <a:rPr lang="en-US"/>
              <a:t>Click to edit Master title style</a:t>
            </a:r>
          </a:p>
        </p:txBody>
      </p:sp>
      <p:sp>
        <p:nvSpPr>
          <p:cNvPr id="4" name="Text Placeholder 3">
            <a:extLst>
              <a:ext uri="{FF2B5EF4-FFF2-40B4-BE49-F238E27FC236}">
                <a16:creationId xmlns:a16="http://schemas.microsoft.com/office/drawing/2014/main" id="{8796600B-2B65-6E49-A043-20D2AFDB69B5}"/>
              </a:ext>
            </a:extLst>
          </p:cNvPr>
          <p:cNvSpPr>
            <a:spLocks noGrp="1"/>
          </p:cNvSpPr>
          <p:nvPr>
            <p:ph type="body" sz="half" idx="2"/>
          </p:nvPr>
        </p:nvSpPr>
        <p:spPr>
          <a:xfrm>
            <a:off x="304799" y="2205397"/>
            <a:ext cx="5375565" cy="1774050"/>
          </a:xfrm>
        </p:spPr>
        <p:txBody>
          <a:bodyPr>
            <a:normAutofit/>
          </a:bodyPr>
          <a:lstStyle>
            <a:lvl1pPr marL="0" indent="0">
              <a:buNone/>
              <a:defRPr sz="18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4D56144F-85FE-AF41-972F-65613A07B30E}"/>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8" name="Footer Placeholder 4">
            <a:extLst>
              <a:ext uri="{FF2B5EF4-FFF2-40B4-BE49-F238E27FC236}">
                <a16:creationId xmlns:a16="http://schemas.microsoft.com/office/drawing/2014/main" id="{705A324E-B1CD-8A40-B5B5-D6CE7F042D37}"/>
              </a:ext>
            </a:extLst>
          </p:cNvPr>
          <p:cNvSpPr>
            <a:spLocks noGrp="1"/>
          </p:cNvSpPr>
          <p:nvPr>
            <p:ph type="ftr" sz="quarter" idx="3"/>
          </p:nvPr>
        </p:nvSpPr>
        <p:spPr>
          <a:xfrm>
            <a:off x="304799" y="6313486"/>
            <a:ext cx="3385458" cy="365125"/>
          </a:xfrm>
          <a:prstGeom prst="rect">
            <a:avLst/>
          </a:prstGeom>
        </p:spPr>
        <p:txBody>
          <a:bodyPr vert="horz" lIns="91440" tIns="45720" rIns="91440" bIns="45720" rtlCol="0" anchor="ctr"/>
          <a:lstStyle>
            <a:lvl1pPr algn="l">
              <a:defRPr sz="900">
                <a:solidFill>
                  <a:schemeClr val="accent4"/>
                </a:solidFill>
              </a:defRPr>
            </a:lvl1pPr>
          </a:lstStyle>
          <a:p>
            <a:r>
              <a:rPr lang="en-US" dirty="0"/>
              <a:t>GREYLING INSURANCE BROKERAGE &amp; RISK CONSULTING</a:t>
            </a:r>
          </a:p>
        </p:txBody>
      </p:sp>
      <p:sp>
        <p:nvSpPr>
          <p:cNvPr id="10" name="Picture Placeholder 2">
            <a:extLst>
              <a:ext uri="{FF2B5EF4-FFF2-40B4-BE49-F238E27FC236}">
                <a16:creationId xmlns:a16="http://schemas.microsoft.com/office/drawing/2014/main" id="{9D5CAFD9-CFC7-774A-8EF2-0A4149D08295}"/>
              </a:ext>
            </a:extLst>
          </p:cNvPr>
          <p:cNvSpPr>
            <a:spLocks noGrp="1"/>
          </p:cNvSpPr>
          <p:nvPr>
            <p:ph type="pic" idx="1"/>
          </p:nvPr>
        </p:nvSpPr>
        <p:spPr>
          <a:xfrm>
            <a:off x="6445860" y="987424"/>
            <a:ext cx="4909527" cy="4880767"/>
          </a:xfrm>
          <a:custGeom>
            <a:avLst/>
            <a:gdLst>
              <a:gd name="connsiteX0" fmla="*/ 0 w 4880447"/>
              <a:gd name="connsiteY0" fmla="*/ 0 h 4873625"/>
              <a:gd name="connsiteX1" fmla="*/ 4880447 w 4880447"/>
              <a:gd name="connsiteY1" fmla="*/ 0 h 4873625"/>
              <a:gd name="connsiteX2" fmla="*/ 4880447 w 4880447"/>
              <a:gd name="connsiteY2" fmla="*/ 4873625 h 4873625"/>
              <a:gd name="connsiteX3" fmla="*/ 0 w 4880447"/>
              <a:gd name="connsiteY3" fmla="*/ 4873625 h 4873625"/>
              <a:gd name="connsiteX4" fmla="*/ 0 w 4880447"/>
              <a:gd name="connsiteY4" fmla="*/ 0 h 4873625"/>
              <a:gd name="connsiteX0" fmla="*/ 37070 w 4917517"/>
              <a:gd name="connsiteY0" fmla="*/ 0 h 4873625"/>
              <a:gd name="connsiteX1" fmla="*/ 4917517 w 4917517"/>
              <a:gd name="connsiteY1" fmla="*/ 0 h 4873625"/>
              <a:gd name="connsiteX2" fmla="*/ 4917517 w 4917517"/>
              <a:gd name="connsiteY2" fmla="*/ 4873625 h 4873625"/>
              <a:gd name="connsiteX3" fmla="*/ 37070 w 4917517"/>
              <a:gd name="connsiteY3" fmla="*/ 4873625 h 4873625"/>
              <a:gd name="connsiteX4" fmla="*/ 0 w 4917517"/>
              <a:gd name="connsiteY4" fmla="*/ 4078845 h 4873625"/>
              <a:gd name="connsiteX5" fmla="*/ 37070 w 4917517"/>
              <a:gd name="connsiteY5" fmla="*/ 0 h 4873625"/>
              <a:gd name="connsiteX0" fmla="*/ 37070 w 4917517"/>
              <a:gd name="connsiteY0" fmla="*/ 0 h 4873625"/>
              <a:gd name="connsiteX1" fmla="*/ 4917517 w 4917517"/>
              <a:gd name="connsiteY1" fmla="*/ 0 h 4873625"/>
              <a:gd name="connsiteX2" fmla="*/ 4917517 w 4917517"/>
              <a:gd name="connsiteY2" fmla="*/ 4873625 h 4873625"/>
              <a:gd name="connsiteX3" fmla="*/ 704335 w 4917517"/>
              <a:gd name="connsiteY3" fmla="*/ 4869678 h 4873625"/>
              <a:gd name="connsiteX4" fmla="*/ 37070 w 4917517"/>
              <a:gd name="connsiteY4" fmla="*/ 4873625 h 4873625"/>
              <a:gd name="connsiteX5" fmla="*/ 0 w 4917517"/>
              <a:gd name="connsiteY5" fmla="*/ 4078845 h 4873625"/>
              <a:gd name="connsiteX6" fmla="*/ 37070 w 4917517"/>
              <a:gd name="connsiteY6" fmla="*/ 0 h 4873625"/>
              <a:gd name="connsiteX0" fmla="*/ 37070 w 4917517"/>
              <a:gd name="connsiteY0" fmla="*/ 0 h 4873625"/>
              <a:gd name="connsiteX1" fmla="*/ 4917517 w 4917517"/>
              <a:gd name="connsiteY1" fmla="*/ 0 h 4873625"/>
              <a:gd name="connsiteX2" fmla="*/ 4917517 w 4917517"/>
              <a:gd name="connsiteY2" fmla="*/ 4873625 h 4873625"/>
              <a:gd name="connsiteX3" fmla="*/ 2483708 w 4917517"/>
              <a:gd name="connsiteY3" fmla="*/ 4869678 h 4873625"/>
              <a:gd name="connsiteX4" fmla="*/ 704335 w 4917517"/>
              <a:gd name="connsiteY4" fmla="*/ 4869678 h 4873625"/>
              <a:gd name="connsiteX5" fmla="*/ 37070 w 4917517"/>
              <a:gd name="connsiteY5" fmla="*/ 4873625 h 4873625"/>
              <a:gd name="connsiteX6" fmla="*/ 0 w 4917517"/>
              <a:gd name="connsiteY6" fmla="*/ 4078845 h 4873625"/>
              <a:gd name="connsiteX7" fmla="*/ 37070 w 4917517"/>
              <a:gd name="connsiteY7" fmla="*/ 0 h 4873625"/>
              <a:gd name="connsiteX0" fmla="*/ 49426 w 4929873"/>
              <a:gd name="connsiteY0" fmla="*/ 0 h 4873625"/>
              <a:gd name="connsiteX1" fmla="*/ 4929873 w 4929873"/>
              <a:gd name="connsiteY1" fmla="*/ 0 h 4873625"/>
              <a:gd name="connsiteX2" fmla="*/ 4929873 w 4929873"/>
              <a:gd name="connsiteY2" fmla="*/ 4873625 h 4873625"/>
              <a:gd name="connsiteX3" fmla="*/ 2496064 w 4929873"/>
              <a:gd name="connsiteY3" fmla="*/ 4869678 h 4873625"/>
              <a:gd name="connsiteX4" fmla="*/ 716691 w 4929873"/>
              <a:gd name="connsiteY4" fmla="*/ 4869678 h 4873625"/>
              <a:gd name="connsiteX5" fmla="*/ 49426 w 4929873"/>
              <a:gd name="connsiteY5" fmla="*/ 4873625 h 4873625"/>
              <a:gd name="connsiteX6" fmla="*/ 12356 w 4929873"/>
              <a:gd name="connsiteY6" fmla="*/ 4078845 h 4873625"/>
              <a:gd name="connsiteX7" fmla="*/ 0 w 4929873"/>
              <a:gd name="connsiteY7" fmla="*/ 2299472 h 4873625"/>
              <a:gd name="connsiteX8" fmla="*/ 49426 w 4929873"/>
              <a:gd name="connsiteY8" fmla="*/ 0 h 4873625"/>
              <a:gd name="connsiteX0" fmla="*/ 61398 w 4941845"/>
              <a:gd name="connsiteY0" fmla="*/ 0 h 4931341"/>
              <a:gd name="connsiteX1" fmla="*/ 4941845 w 4941845"/>
              <a:gd name="connsiteY1" fmla="*/ 0 h 4931341"/>
              <a:gd name="connsiteX2" fmla="*/ 4941845 w 4941845"/>
              <a:gd name="connsiteY2" fmla="*/ 4873625 h 4931341"/>
              <a:gd name="connsiteX3" fmla="*/ 2508036 w 4941845"/>
              <a:gd name="connsiteY3" fmla="*/ 4869678 h 4931341"/>
              <a:gd name="connsiteX4" fmla="*/ 728663 w 4941845"/>
              <a:gd name="connsiteY4" fmla="*/ 4869678 h 4931341"/>
              <a:gd name="connsiteX5" fmla="*/ 61398 w 4941845"/>
              <a:gd name="connsiteY5" fmla="*/ 4873625 h 4931341"/>
              <a:gd name="connsiteX6" fmla="*/ 24328 w 4941845"/>
              <a:gd name="connsiteY6" fmla="*/ 4078845 h 4931341"/>
              <a:gd name="connsiteX7" fmla="*/ 11972 w 4941845"/>
              <a:gd name="connsiteY7" fmla="*/ 2299472 h 4931341"/>
              <a:gd name="connsiteX8" fmla="*/ 61398 w 4941845"/>
              <a:gd name="connsiteY8" fmla="*/ 0 h 4931341"/>
              <a:gd name="connsiteX0" fmla="*/ 141006 w 5021453"/>
              <a:gd name="connsiteY0" fmla="*/ 0 h 4931341"/>
              <a:gd name="connsiteX1" fmla="*/ 5021453 w 5021453"/>
              <a:gd name="connsiteY1" fmla="*/ 0 h 4931341"/>
              <a:gd name="connsiteX2" fmla="*/ 5021453 w 5021453"/>
              <a:gd name="connsiteY2" fmla="*/ 4873625 h 4931341"/>
              <a:gd name="connsiteX3" fmla="*/ 2587644 w 5021453"/>
              <a:gd name="connsiteY3" fmla="*/ 4869678 h 4931341"/>
              <a:gd name="connsiteX4" fmla="*/ 1895665 w 5021453"/>
              <a:gd name="connsiteY4" fmla="*/ 4869678 h 4931341"/>
              <a:gd name="connsiteX5" fmla="*/ 141006 w 5021453"/>
              <a:gd name="connsiteY5" fmla="*/ 4873625 h 4931341"/>
              <a:gd name="connsiteX6" fmla="*/ 103936 w 5021453"/>
              <a:gd name="connsiteY6" fmla="*/ 4078845 h 4931341"/>
              <a:gd name="connsiteX7" fmla="*/ 91580 w 5021453"/>
              <a:gd name="connsiteY7" fmla="*/ 2299472 h 4931341"/>
              <a:gd name="connsiteX8" fmla="*/ 141006 w 5021453"/>
              <a:gd name="connsiteY8" fmla="*/ 0 h 4931341"/>
              <a:gd name="connsiteX0" fmla="*/ 150437 w 5030884"/>
              <a:gd name="connsiteY0" fmla="*/ 0 h 5019203"/>
              <a:gd name="connsiteX1" fmla="*/ 5030884 w 5030884"/>
              <a:gd name="connsiteY1" fmla="*/ 0 h 5019203"/>
              <a:gd name="connsiteX2" fmla="*/ 5030884 w 5030884"/>
              <a:gd name="connsiteY2" fmla="*/ 4873625 h 5019203"/>
              <a:gd name="connsiteX3" fmla="*/ 2597075 w 5030884"/>
              <a:gd name="connsiteY3" fmla="*/ 4869678 h 5019203"/>
              <a:gd name="connsiteX4" fmla="*/ 1905096 w 5030884"/>
              <a:gd name="connsiteY4" fmla="*/ 4869678 h 5019203"/>
              <a:gd name="connsiteX5" fmla="*/ 150437 w 5030884"/>
              <a:gd name="connsiteY5" fmla="*/ 4873625 h 5019203"/>
              <a:gd name="connsiteX6" fmla="*/ 88653 w 5030884"/>
              <a:gd name="connsiteY6" fmla="*/ 2892596 h 5019203"/>
              <a:gd name="connsiteX7" fmla="*/ 101011 w 5030884"/>
              <a:gd name="connsiteY7" fmla="*/ 2299472 h 5019203"/>
              <a:gd name="connsiteX8" fmla="*/ 150437 w 5030884"/>
              <a:gd name="connsiteY8" fmla="*/ 0 h 5019203"/>
              <a:gd name="connsiteX0" fmla="*/ 64665 w 4945112"/>
              <a:gd name="connsiteY0" fmla="*/ 0 h 4915213"/>
              <a:gd name="connsiteX1" fmla="*/ 4945112 w 4945112"/>
              <a:gd name="connsiteY1" fmla="*/ 0 h 4915213"/>
              <a:gd name="connsiteX2" fmla="*/ 4945112 w 4945112"/>
              <a:gd name="connsiteY2" fmla="*/ 4873625 h 4915213"/>
              <a:gd name="connsiteX3" fmla="*/ 2511303 w 4945112"/>
              <a:gd name="connsiteY3" fmla="*/ 4869678 h 4915213"/>
              <a:gd name="connsiteX4" fmla="*/ 1819324 w 4945112"/>
              <a:gd name="connsiteY4" fmla="*/ 4869678 h 4915213"/>
              <a:gd name="connsiteX5" fmla="*/ 237659 w 4945112"/>
              <a:gd name="connsiteY5" fmla="*/ 4712987 h 4915213"/>
              <a:gd name="connsiteX6" fmla="*/ 2881 w 4945112"/>
              <a:gd name="connsiteY6" fmla="*/ 2892596 h 4915213"/>
              <a:gd name="connsiteX7" fmla="*/ 15239 w 4945112"/>
              <a:gd name="connsiteY7" fmla="*/ 2299472 h 4915213"/>
              <a:gd name="connsiteX8" fmla="*/ 64665 w 4945112"/>
              <a:gd name="connsiteY8" fmla="*/ 0 h 4915213"/>
              <a:gd name="connsiteX0" fmla="*/ 67780 w 4948227"/>
              <a:gd name="connsiteY0" fmla="*/ 0 h 4892582"/>
              <a:gd name="connsiteX1" fmla="*/ 4948227 w 4948227"/>
              <a:gd name="connsiteY1" fmla="*/ 0 h 4892582"/>
              <a:gd name="connsiteX2" fmla="*/ 4948227 w 4948227"/>
              <a:gd name="connsiteY2" fmla="*/ 4873625 h 4892582"/>
              <a:gd name="connsiteX3" fmla="*/ 2514418 w 4948227"/>
              <a:gd name="connsiteY3" fmla="*/ 4869678 h 4892582"/>
              <a:gd name="connsiteX4" fmla="*/ 1822439 w 4948227"/>
              <a:gd name="connsiteY4" fmla="*/ 4869678 h 4892582"/>
              <a:gd name="connsiteX5" fmla="*/ 228418 w 4948227"/>
              <a:gd name="connsiteY5" fmla="*/ 4663560 h 4892582"/>
              <a:gd name="connsiteX6" fmla="*/ 5996 w 4948227"/>
              <a:gd name="connsiteY6" fmla="*/ 2892596 h 4892582"/>
              <a:gd name="connsiteX7" fmla="*/ 18354 w 4948227"/>
              <a:gd name="connsiteY7" fmla="*/ 2299472 h 4892582"/>
              <a:gd name="connsiteX8" fmla="*/ 67780 w 4948227"/>
              <a:gd name="connsiteY8" fmla="*/ 0 h 4892582"/>
              <a:gd name="connsiteX0" fmla="*/ 67780 w 4948227"/>
              <a:gd name="connsiteY0" fmla="*/ 0 h 4892582"/>
              <a:gd name="connsiteX1" fmla="*/ 4948227 w 4948227"/>
              <a:gd name="connsiteY1" fmla="*/ 0 h 4892582"/>
              <a:gd name="connsiteX2" fmla="*/ 4948227 w 4948227"/>
              <a:gd name="connsiteY2" fmla="*/ 4873625 h 4892582"/>
              <a:gd name="connsiteX3" fmla="*/ 2514418 w 4948227"/>
              <a:gd name="connsiteY3" fmla="*/ 4869678 h 4892582"/>
              <a:gd name="connsiteX4" fmla="*/ 1822439 w 4948227"/>
              <a:gd name="connsiteY4" fmla="*/ 4869678 h 4892582"/>
              <a:gd name="connsiteX5" fmla="*/ 228418 w 4948227"/>
              <a:gd name="connsiteY5" fmla="*/ 4663560 h 4892582"/>
              <a:gd name="connsiteX6" fmla="*/ 5996 w 4948227"/>
              <a:gd name="connsiteY6" fmla="*/ 2892596 h 4892582"/>
              <a:gd name="connsiteX7" fmla="*/ 79314 w 4948227"/>
              <a:gd name="connsiteY7" fmla="*/ 2310556 h 4892582"/>
              <a:gd name="connsiteX8" fmla="*/ 67780 w 4948227"/>
              <a:gd name="connsiteY8" fmla="*/ 0 h 4892582"/>
              <a:gd name="connsiteX0" fmla="*/ 67780 w 4948227"/>
              <a:gd name="connsiteY0" fmla="*/ 0 h 4892582"/>
              <a:gd name="connsiteX1" fmla="*/ 4948227 w 4948227"/>
              <a:gd name="connsiteY1" fmla="*/ 0 h 4892582"/>
              <a:gd name="connsiteX2" fmla="*/ 4948227 w 4948227"/>
              <a:gd name="connsiteY2" fmla="*/ 4873625 h 4892582"/>
              <a:gd name="connsiteX3" fmla="*/ 2514418 w 4948227"/>
              <a:gd name="connsiteY3" fmla="*/ 4869678 h 4892582"/>
              <a:gd name="connsiteX4" fmla="*/ 1822439 w 4948227"/>
              <a:gd name="connsiteY4" fmla="*/ 4869678 h 4892582"/>
              <a:gd name="connsiteX5" fmla="*/ 228418 w 4948227"/>
              <a:gd name="connsiteY5" fmla="*/ 4663560 h 4892582"/>
              <a:gd name="connsiteX6" fmla="*/ 5996 w 4948227"/>
              <a:gd name="connsiteY6" fmla="*/ 2892596 h 4892582"/>
              <a:gd name="connsiteX7" fmla="*/ 51605 w 4948227"/>
              <a:gd name="connsiteY7" fmla="*/ 2321639 h 4892582"/>
              <a:gd name="connsiteX8" fmla="*/ 67780 w 4948227"/>
              <a:gd name="connsiteY8" fmla="*/ 0 h 4892582"/>
              <a:gd name="connsiteX0" fmla="*/ 67780 w 4948227"/>
              <a:gd name="connsiteY0" fmla="*/ 0 h 4892582"/>
              <a:gd name="connsiteX1" fmla="*/ 4948227 w 4948227"/>
              <a:gd name="connsiteY1" fmla="*/ 0 h 4892582"/>
              <a:gd name="connsiteX2" fmla="*/ 4948227 w 4948227"/>
              <a:gd name="connsiteY2" fmla="*/ 4873625 h 4892582"/>
              <a:gd name="connsiteX3" fmla="*/ 2514418 w 4948227"/>
              <a:gd name="connsiteY3" fmla="*/ 4869678 h 4892582"/>
              <a:gd name="connsiteX4" fmla="*/ 1822439 w 4948227"/>
              <a:gd name="connsiteY4" fmla="*/ 4869678 h 4892582"/>
              <a:gd name="connsiteX5" fmla="*/ 228418 w 4948227"/>
              <a:gd name="connsiteY5" fmla="*/ 4663560 h 4892582"/>
              <a:gd name="connsiteX6" fmla="*/ 5996 w 4948227"/>
              <a:gd name="connsiteY6" fmla="*/ 2892596 h 4892582"/>
              <a:gd name="connsiteX7" fmla="*/ 51605 w 4948227"/>
              <a:gd name="connsiteY7" fmla="*/ 2321639 h 4892582"/>
              <a:gd name="connsiteX8" fmla="*/ 67780 w 4948227"/>
              <a:gd name="connsiteY8" fmla="*/ 0 h 4892582"/>
              <a:gd name="connsiteX0" fmla="*/ 40578 w 4921025"/>
              <a:gd name="connsiteY0" fmla="*/ 0 h 4880028"/>
              <a:gd name="connsiteX1" fmla="*/ 4921025 w 4921025"/>
              <a:gd name="connsiteY1" fmla="*/ 0 h 4880028"/>
              <a:gd name="connsiteX2" fmla="*/ 4921025 w 4921025"/>
              <a:gd name="connsiteY2" fmla="*/ 4873625 h 4880028"/>
              <a:gd name="connsiteX3" fmla="*/ 2487216 w 4921025"/>
              <a:gd name="connsiteY3" fmla="*/ 4869678 h 4880028"/>
              <a:gd name="connsiteX4" fmla="*/ 1795237 w 4921025"/>
              <a:gd name="connsiteY4" fmla="*/ 4869678 h 4880028"/>
              <a:gd name="connsiteX5" fmla="*/ 201216 w 4921025"/>
              <a:gd name="connsiteY5" fmla="*/ 4663560 h 4880028"/>
              <a:gd name="connsiteX6" fmla="*/ 17587 w 4921025"/>
              <a:gd name="connsiteY6" fmla="*/ 3158603 h 4880028"/>
              <a:gd name="connsiteX7" fmla="*/ 24403 w 4921025"/>
              <a:gd name="connsiteY7" fmla="*/ 2321639 h 4880028"/>
              <a:gd name="connsiteX8" fmla="*/ 40578 w 4921025"/>
              <a:gd name="connsiteY8" fmla="*/ 0 h 4880028"/>
              <a:gd name="connsiteX0" fmla="*/ 24169 w 4904616"/>
              <a:gd name="connsiteY0" fmla="*/ 0 h 4873625"/>
              <a:gd name="connsiteX1" fmla="*/ 4904616 w 4904616"/>
              <a:gd name="connsiteY1" fmla="*/ 0 h 4873625"/>
              <a:gd name="connsiteX2" fmla="*/ 4904616 w 4904616"/>
              <a:gd name="connsiteY2" fmla="*/ 4873625 h 4873625"/>
              <a:gd name="connsiteX3" fmla="*/ 2470807 w 4904616"/>
              <a:gd name="connsiteY3" fmla="*/ 4869678 h 4873625"/>
              <a:gd name="connsiteX4" fmla="*/ 1778828 w 4904616"/>
              <a:gd name="connsiteY4" fmla="*/ 4869678 h 4873625"/>
              <a:gd name="connsiteX5" fmla="*/ 184807 w 4904616"/>
              <a:gd name="connsiteY5" fmla="*/ 4663560 h 4873625"/>
              <a:gd name="connsiteX6" fmla="*/ 1178 w 4904616"/>
              <a:gd name="connsiteY6" fmla="*/ 3158603 h 4873625"/>
              <a:gd name="connsiteX7" fmla="*/ 7994 w 4904616"/>
              <a:gd name="connsiteY7" fmla="*/ 2321639 h 4873625"/>
              <a:gd name="connsiteX8" fmla="*/ 24169 w 4904616"/>
              <a:gd name="connsiteY8" fmla="*/ 0 h 4873625"/>
              <a:gd name="connsiteX0" fmla="*/ 47903 w 4928350"/>
              <a:gd name="connsiteY0" fmla="*/ 0 h 4873625"/>
              <a:gd name="connsiteX1" fmla="*/ 4928350 w 4928350"/>
              <a:gd name="connsiteY1" fmla="*/ 0 h 4873625"/>
              <a:gd name="connsiteX2" fmla="*/ 4928350 w 4928350"/>
              <a:gd name="connsiteY2" fmla="*/ 4873625 h 4873625"/>
              <a:gd name="connsiteX3" fmla="*/ 2494541 w 4928350"/>
              <a:gd name="connsiteY3" fmla="*/ 4869678 h 4873625"/>
              <a:gd name="connsiteX4" fmla="*/ 1802562 w 4928350"/>
              <a:gd name="connsiteY4" fmla="*/ 4869678 h 4873625"/>
              <a:gd name="connsiteX5" fmla="*/ 208541 w 4928350"/>
              <a:gd name="connsiteY5" fmla="*/ 4663560 h 4873625"/>
              <a:gd name="connsiteX6" fmla="*/ 13829 w 4928350"/>
              <a:gd name="connsiteY6" fmla="*/ 3712785 h 4873625"/>
              <a:gd name="connsiteX7" fmla="*/ 31728 w 4928350"/>
              <a:gd name="connsiteY7" fmla="*/ 2321639 h 4873625"/>
              <a:gd name="connsiteX8" fmla="*/ 47903 w 4928350"/>
              <a:gd name="connsiteY8" fmla="*/ 0 h 4873625"/>
              <a:gd name="connsiteX0" fmla="*/ 34516 w 4914963"/>
              <a:gd name="connsiteY0" fmla="*/ 0 h 4873625"/>
              <a:gd name="connsiteX1" fmla="*/ 4914963 w 4914963"/>
              <a:gd name="connsiteY1" fmla="*/ 0 h 4873625"/>
              <a:gd name="connsiteX2" fmla="*/ 4914963 w 4914963"/>
              <a:gd name="connsiteY2" fmla="*/ 4873625 h 4873625"/>
              <a:gd name="connsiteX3" fmla="*/ 2481154 w 4914963"/>
              <a:gd name="connsiteY3" fmla="*/ 4869678 h 4873625"/>
              <a:gd name="connsiteX4" fmla="*/ 1013321 w 4914963"/>
              <a:gd name="connsiteY4" fmla="*/ 4841969 h 4873625"/>
              <a:gd name="connsiteX5" fmla="*/ 195154 w 4914963"/>
              <a:gd name="connsiteY5" fmla="*/ 4663560 h 4873625"/>
              <a:gd name="connsiteX6" fmla="*/ 442 w 4914963"/>
              <a:gd name="connsiteY6" fmla="*/ 3712785 h 4873625"/>
              <a:gd name="connsiteX7" fmla="*/ 18341 w 4914963"/>
              <a:gd name="connsiteY7" fmla="*/ 2321639 h 4873625"/>
              <a:gd name="connsiteX8" fmla="*/ 34516 w 4914963"/>
              <a:gd name="connsiteY8" fmla="*/ 0 h 4873625"/>
              <a:gd name="connsiteX0" fmla="*/ 34516 w 4914963"/>
              <a:gd name="connsiteY0" fmla="*/ 0 h 4880775"/>
              <a:gd name="connsiteX1" fmla="*/ 4914963 w 4914963"/>
              <a:gd name="connsiteY1" fmla="*/ 0 h 4880775"/>
              <a:gd name="connsiteX2" fmla="*/ 4914963 w 4914963"/>
              <a:gd name="connsiteY2" fmla="*/ 4873625 h 4880775"/>
              <a:gd name="connsiteX3" fmla="*/ 2481154 w 4914963"/>
              <a:gd name="connsiteY3" fmla="*/ 4869678 h 4880775"/>
              <a:gd name="connsiteX4" fmla="*/ 1002237 w 4914963"/>
              <a:gd name="connsiteY4" fmla="*/ 4880762 h 4880775"/>
              <a:gd name="connsiteX5" fmla="*/ 195154 w 4914963"/>
              <a:gd name="connsiteY5" fmla="*/ 4663560 h 4880775"/>
              <a:gd name="connsiteX6" fmla="*/ 442 w 4914963"/>
              <a:gd name="connsiteY6" fmla="*/ 3712785 h 4880775"/>
              <a:gd name="connsiteX7" fmla="*/ 18341 w 4914963"/>
              <a:gd name="connsiteY7" fmla="*/ 2321639 h 4880775"/>
              <a:gd name="connsiteX8" fmla="*/ 34516 w 4914963"/>
              <a:gd name="connsiteY8" fmla="*/ 0 h 4880775"/>
              <a:gd name="connsiteX0" fmla="*/ 29080 w 4909527"/>
              <a:gd name="connsiteY0" fmla="*/ 0 h 4880767"/>
              <a:gd name="connsiteX1" fmla="*/ 4909527 w 4909527"/>
              <a:gd name="connsiteY1" fmla="*/ 0 h 4880767"/>
              <a:gd name="connsiteX2" fmla="*/ 4909527 w 4909527"/>
              <a:gd name="connsiteY2" fmla="*/ 4873625 h 4880767"/>
              <a:gd name="connsiteX3" fmla="*/ 2475718 w 4909527"/>
              <a:gd name="connsiteY3" fmla="*/ 4869678 h 4880767"/>
              <a:gd name="connsiteX4" fmla="*/ 996801 w 4909527"/>
              <a:gd name="connsiteY4" fmla="*/ 4880762 h 4880767"/>
              <a:gd name="connsiteX5" fmla="*/ 189718 w 4909527"/>
              <a:gd name="connsiteY5" fmla="*/ 4663560 h 4880767"/>
              <a:gd name="connsiteX6" fmla="*/ 548 w 4909527"/>
              <a:gd name="connsiteY6" fmla="*/ 3934458 h 4880767"/>
              <a:gd name="connsiteX7" fmla="*/ 12905 w 4909527"/>
              <a:gd name="connsiteY7" fmla="*/ 2321639 h 4880767"/>
              <a:gd name="connsiteX8" fmla="*/ 29080 w 4909527"/>
              <a:gd name="connsiteY8" fmla="*/ 0 h 4880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09527" h="4880767">
                <a:moveTo>
                  <a:pt x="29080" y="0"/>
                </a:moveTo>
                <a:lnTo>
                  <a:pt x="4909527" y="0"/>
                </a:lnTo>
                <a:lnTo>
                  <a:pt x="4909527" y="4873625"/>
                </a:lnTo>
                <a:lnTo>
                  <a:pt x="2475718" y="4869678"/>
                </a:lnTo>
                <a:lnTo>
                  <a:pt x="996801" y="4880762"/>
                </a:lnTo>
                <a:cubicBezTo>
                  <a:pt x="589028" y="4881420"/>
                  <a:pt x="355760" y="4821277"/>
                  <a:pt x="189718" y="4663560"/>
                </a:cubicBezTo>
                <a:cubicBezTo>
                  <a:pt x="23676" y="4505843"/>
                  <a:pt x="8786" y="4363483"/>
                  <a:pt x="548" y="3934458"/>
                </a:cubicBezTo>
                <a:cubicBezTo>
                  <a:pt x="-3571" y="3341334"/>
                  <a:pt x="17024" y="2449250"/>
                  <a:pt x="12905" y="2321639"/>
                </a:cubicBezTo>
                <a:cubicBezTo>
                  <a:pt x="9060" y="1551454"/>
                  <a:pt x="32925" y="770185"/>
                  <a:pt x="29080" y="0"/>
                </a:cubicBezTo>
                <a:close/>
              </a:path>
            </a:pathLst>
          </a:custGeom>
        </p:spPr>
        <p:txBody>
          <a:bodyPr anchor="ctr">
            <a:normAutofit/>
          </a:bodyPr>
          <a:lstStyle>
            <a:lvl1pPr marL="0" indent="0" algn="ct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12" name="Content Placeholder 11">
            <a:extLst>
              <a:ext uri="{FF2B5EF4-FFF2-40B4-BE49-F238E27FC236}">
                <a16:creationId xmlns:a16="http://schemas.microsoft.com/office/drawing/2014/main" id="{39685FA7-DCBF-0845-933C-63B9A37E0BA0}"/>
              </a:ext>
            </a:extLst>
          </p:cNvPr>
          <p:cNvSpPr>
            <a:spLocks noGrp="1"/>
          </p:cNvSpPr>
          <p:nvPr>
            <p:ph sz="quarter" idx="13"/>
          </p:nvPr>
        </p:nvSpPr>
        <p:spPr>
          <a:xfrm>
            <a:off x="669923" y="4427329"/>
            <a:ext cx="5010441" cy="1438275"/>
          </a:xfrm>
          <a:solidFill>
            <a:schemeClr val="tx2">
              <a:lumMod val="10000"/>
              <a:lumOff val="90000"/>
            </a:schemeClr>
          </a:solidFill>
        </p:spPr>
        <p:txBody>
          <a:bodyPr lIns="182880" tIns="182880" rIns="182880" bIns="182880">
            <a:normAutofit/>
          </a:bodyPr>
          <a:lstStyle>
            <a:lvl1pPr marL="0" indent="0">
              <a:buNone/>
              <a:defRPr sz="1600"/>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ross 12">
            <a:extLst>
              <a:ext uri="{FF2B5EF4-FFF2-40B4-BE49-F238E27FC236}">
                <a16:creationId xmlns:a16="http://schemas.microsoft.com/office/drawing/2014/main" id="{6A97268C-B253-3D45-BA80-0B41918A94CD}"/>
              </a:ext>
            </a:extLst>
          </p:cNvPr>
          <p:cNvSpPr/>
          <p:nvPr userDrawn="1"/>
        </p:nvSpPr>
        <p:spPr>
          <a:xfrm>
            <a:off x="380687" y="4503218"/>
            <a:ext cx="213348" cy="213348"/>
          </a:xfrm>
          <a:prstGeom prst="plus">
            <a:avLst>
              <a:gd name="adj" fmla="val 3425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p>
        </p:txBody>
      </p:sp>
    </p:spTree>
    <p:extLst>
      <p:ext uri="{BB962C8B-B14F-4D97-AF65-F5344CB8AC3E}">
        <p14:creationId xmlns:p14="http://schemas.microsoft.com/office/powerpoint/2010/main" val="9852641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6D9C9A-E868-A743-BC55-AAE6386B2DE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69ED98-512A-7046-BC74-E014DA2A7A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9E552F06-C1B8-B845-B0DB-C32CBC69575F}"/>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7" name="Footer Placeholder 4">
            <a:extLst>
              <a:ext uri="{FF2B5EF4-FFF2-40B4-BE49-F238E27FC236}">
                <a16:creationId xmlns:a16="http://schemas.microsoft.com/office/drawing/2014/main" id="{427380A7-8B13-C74F-BC84-7A7F7F281DB5}"/>
              </a:ext>
            </a:extLst>
          </p:cNvPr>
          <p:cNvSpPr>
            <a:spLocks noGrp="1"/>
          </p:cNvSpPr>
          <p:nvPr>
            <p:ph type="ftr" sz="quarter" idx="3"/>
          </p:nvPr>
        </p:nvSpPr>
        <p:spPr>
          <a:xfrm>
            <a:off x="304798" y="6313486"/>
            <a:ext cx="3401787"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GREYLING INSURANCE BROKERAGE &amp; RISK CONSULTING</a:t>
            </a:r>
          </a:p>
        </p:txBody>
      </p:sp>
      <p:pic>
        <p:nvPicPr>
          <p:cNvPr id="8" name="Picture 10">
            <a:extLst>
              <a:ext uri="{FF2B5EF4-FFF2-40B4-BE49-F238E27FC236}">
                <a16:creationId xmlns:a16="http://schemas.microsoft.com/office/drawing/2014/main" id="{1017728A-FF65-2E4D-A2D1-C995CED9F6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42171" y="365125"/>
            <a:ext cx="1087715" cy="394953"/>
          </a:xfrm>
          <a:prstGeom prst="rect">
            <a:avLst/>
          </a:prstGeom>
        </p:spPr>
      </p:pic>
    </p:spTree>
    <p:extLst>
      <p:ext uri="{BB962C8B-B14F-4D97-AF65-F5344CB8AC3E}">
        <p14:creationId xmlns:p14="http://schemas.microsoft.com/office/powerpoint/2010/main" val="35078476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F31C22-5DA6-BC4D-BF22-DB2BEFAE9706}"/>
              </a:ext>
            </a:extLst>
          </p:cNvPr>
          <p:cNvSpPr>
            <a:spLocks noGrp="1"/>
          </p:cNvSpPr>
          <p:nvPr>
            <p:ph type="title" orient="vert"/>
          </p:nvPr>
        </p:nvSpPr>
        <p:spPr>
          <a:xfrm>
            <a:off x="10466614" y="365125"/>
            <a:ext cx="1463272"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E4B3CE1-C4E2-0848-BA2D-115B0348BC6D}"/>
              </a:ext>
            </a:extLst>
          </p:cNvPr>
          <p:cNvSpPr>
            <a:spLocks noGrp="1"/>
          </p:cNvSpPr>
          <p:nvPr>
            <p:ph type="body" orient="vert" idx="1"/>
          </p:nvPr>
        </p:nvSpPr>
        <p:spPr>
          <a:xfrm>
            <a:off x="304799" y="365125"/>
            <a:ext cx="988422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7B3E9C2B-FED9-3F44-B1B5-BCC615012D55}"/>
              </a:ext>
            </a:extLst>
          </p:cNvPr>
          <p:cNvSpPr>
            <a:spLocks noGrp="1"/>
          </p:cNvSpPr>
          <p:nvPr>
            <p:ph type="sldNum" sz="quarter" idx="12"/>
          </p:nvPr>
        </p:nvSpPr>
        <p:spPr/>
        <p:txBody>
          <a:bodyPr/>
          <a:lstStyle/>
          <a:p>
            <a:fld id="{196AF507-5BE0-AD45-B8C0-F7B01F444CE4}" type="slidenum">
              <a:rPr lang="en-US" smtClean="0"/>
              <a:t>‹#›</a:t>
            </a:fld>
            <a:endParaRPr lang="en-US" dirty="0"/>
          </a:p>
        </p:txBody>
      </p:sp>
      <p:sp>
        <p:nvSpPr>
          <p:cNvPr id="7" name="Footer Placeholder 4">
            <a:extLst>
              <a:ext uri="{FF2B5EF4-FFF2-40B4-BE49-F238E27FC236}">
                <a16:creationId xmlns:a16="http://schemas.microsoft.com/office/drawing/2014/main" id="{16CBA1FE-80CF-8841-836A-F8E77912B166}"/>
              </a:ext>
            </a:extLst>
          </p:cNvPr>
          <p:cNvSpPr>
            <a:spLocks noGrp="1"/>
          </p:cNvSpPr>
          <p:nvPr>
            <p:ph type="ftr" sz="quarter" idx="3"/>
          </p:nvPr>
        </p:nvSpPr>
        <p:spPr>
          <a:xfrm>
            <a:off x="304798" y="6313486"/>
            <a:ext cx="3581401"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GREYLING INSURANCE BROKERAGE &amp; RISK CONSULTING</a:t>
            </a:r>
          </a:p>
        </p:txBody>
      </p:sp>
    </p:spTree>
    <p:extLst>
      <p:ext uri="{BB962C8B-B14F-4D97-AF65-F5344CB8AC3E}">
        <p14:creationId xmlns:p14="http://schemas.microsoft.com/office/powerpoint/2010/main" val="19161838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972600" y="2771833"/>
            <a:ext cx="10076400" cy="3014800"/>
          </a:xfrm>
          <a:prstGeom prst="rect">
            <a:avLst/>
          </a:prstGeom>
        </p:spPr>
        <p:txBody>
          <a:bodyPr spcFirstLastPara="1" wrap="square" lIns="91425" tIns="91425" rIns="91425" bIns="91425" anchor="t" anchorCtr="0">
            <a:noAutofit/>
          </a:bodyPr>
          <a:lstStyle>
            <a:lvl1pPr marL="609585" lvl="0" indent="-389457" rtl="0">
              <a:spcBef>
                <a:spcPts val="0"/>
              </a:spcBef>
              <a:spcAft>
                <a:spcPts val="0"/>
              </a:spcAft>
              <a:buClr>
                <a:srgbClr val="000000"/>
              </a:buClr>
              <a:buSzPts val="1000"/>
              <a:buChar char="●"/>
              <a:defRPr sz="1333">
                <a:solidFill>
                  <a:srgbClr val="000000"/>
                </a:solidFill>
              </a:defRPr>
            </a:lvl1pPr>
            <a:lvl2pPr marL="1219170" lvl="1" indent="-380990" rtl="0">
              <a:spcBef>
                <a:spcPts val="2133"/>
              </a:spcBef>
              <a:spcAft>
                <a:spcPts val="0"/>
              </a:spcAft>
              <a:buClr>
                <a:srgbClr val="000000"/>
              </a:buClr>
              <a:buSzPts val="900"/>
              <a:buChar char="○"/>
              <a:defRPr sz="1200">
                <a:solidFill>
                  <a:srgbClr val="000000"/>
                </a:solidFill>
              </a:defRPr>
            </a:lvl2pPr>
            <a:lvl3pPr marL="1828754" lvl="2" indent="-380990" rtl="0">
              <a:spcBef>
                <a:spcPts val="2133"/>
              </a:spcBef>
              <a:spcAft>
                <a:spcPts val="0"/>
              </a:spcAft>
              <a:buClr>
                <a:srgbClr val="000000"/>
              </a:buClr>
              <a:buSzPts val="900"/>
              <a:buChar char="■"/>
              <a:defRPr sz="1200">
                <a:solidFill>
                  <a:srgbClr val="000000"/>
                </a:solidFill>
              </a:defRPr>
            </a:lvl3pPr>
            <a:lvl4pPr marL="2438339" lvl="3" indent="-380990" rtl="0">
              <a:spcBef>
                <a:spcPts val="2133"/>
              </a:spcBef>
              <a:spcAft>
                <a:spcPts val="0"/>
              </a:spcAft>
              <a:buClr>
                <a:srgbClr val="000000"/>
              </a:buClr>
              <a:buSzPts val="900"/>
              <a:buChar char="●"/>
              <a:defRPr sz="1200">
                <a:solidFill>
                  <a:srgbClr val="000000"/>
                </a:solidFill>
              </a:defRPr>
            </a:lvl4pPr>
            <a:lvl5pPr marL="3047924" lvl="4" indent="-380990" rtl="0">
              <a:spcBef>
                <a:spcPts val="2133"/>
              </a:spcBef>
              <a:spcAft>
                <a:spcPts val="0"/>
              </a:spcAft>
              <a:buClr>
                <a:srgbClr val="000000"/>
              </a:buClr>
              <a:buSzPts val="900"/>
              <a:buChar char="○"/>
              <a:defRPr sz="1200">
                <a:solidFill>
                  <a:srgbClr val="000000"/>
                </a:solidFill>
              </a:defRPr>
            </a:lvl5pPr>
            <a:lvl6pPr marL="3657509" lvl="5" indent="-372524" rtl="0">
              <a:spcBef>
                <a:spcPts val="2133"/>
              </a:spcBef>
              <a:spcAft>
                <a:spcPts val="0"/>
              </a:spcAft>
              <a:buClr>
                <a:srgbClr val="000000"/>
              </a:buClr>
              <a:buSzPts val="800"/>
              <a:buChar char="■"/>
              <a:defRPr sz="1067">
                <a:solidFill>
                  <a:srgbClr val="000000"/>
                </a:solidFill>
              </a:defRPr>
            </a:lvl6pPr>
            <a:lvl7pPr marL="4267093" lvl="6" indent="-372524" rtl="0">
              <a:spcBef>
                <a:spcPts val="2133"/>
              </a:spcBef>
              <a:spcAft>
                <a:spcPts val="0"/>
              </a:spcAft>
              <a:buClr>
                <a:srgbClr val="000000"/>
              </a:buClr>
              <a:buSzPts val="800"/>
              <a:buChar char="●"/>
              <a:defRPr sz="1067">
                <a:solidFill>
                  <a:srgbClr val="000000"/>
                </a:solidFill>
              </a:defRPr>
            </a:lvl7pPr>
            <a:lvl8pPr marL="4876678" lvl="7" indent="-372524" rtl="0">
              <a:spcBef>
                <a:spcPts val="2133"/>
              </a:spcBef>
              <a:spcAft>
                <a:spcPts val="0"/>
              </a:spcAft>
              <a:buClr>
                <a:srgbClr val="000000"/>
              </a:buClr>
              <a:buSzPts val="800"/>
              <a:buChar char="○"/>
              <a:defRPr sz="1067">
                <a:solidFill>
                  <a:srgbClr val="000000"/>
                </a:solidFill>
              </a:defRPr>
            </a:lvl8pPr>
            <a:lvl9pPr marL="5486263" lvl="8" indent="-372524" rtl="0">
              <a:spcBef>
                <a:spcPts val="2133"/>
              </a:spcBef>
              <a:spcAft>
                <a:spcPts val="2133"/>
              </a:spcAft>
              <a:buClr>
                <a:srgbClr val="000000"/>
              </a:buClr>
              <a:buSzPts val="800"/>
              <a:buChar char="■"/>
              <a:defRPr sz="1067">
                <a:solidFill>
                  <a:srgbClr val="000000"/>
                </a:solidFill>
              </a:defRPr>
            </a:lvl9pPr>
          </a:lstStyle>
          <a:p>
            <a:endParaRPr dirty="0"/>
          </a:p>
        </p:txBody>
      </p:sp>
      <p:sp>
        <p:nvSpPr>
          <p:cNvPr id="51" name="Google Shape;51;p10"/>
          <p:cNvSpPr txBox="1">
            <a:spLocks noGrp="1"/>
          </p:cNvSpPr>
          <p:nvPr>
            <p:ph type="sldNum" idx="12"/>
          </p:nvPr>
        </p:nvSpPr>
        <p:spPr>
          <a:xfrm>
            <a:off x="11381736" y="6333135"/>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GB" smtClean="0"/>
              <a:pPr/>
              <a:t>‹#›</a:t>
            </a:fld>
            <a:endParaRPr lang="en-GB" dirty="0"/>
          </a:p>
        </p:txBody>
      </p:sp>
      <p:sp>
        <p:nvSpPr>
          <p:cNvPr id="52" name="Google Shape;52;p10"/>
          <p:cNvSpPr txBox="1">
            <a:spLocks noGrp="1"/>
          </p:cNvSpPr>
          <p:nvPr>
            <p:ph type="title"/>
          </p:nvPr>
        </p:nvSpPr>
        <p:spPr>
          <a:xfrm>
            <a:off x="972600" y="1262084"/>
            <a:ext cx="10251200" cy="713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2600"/>
              <a:buNone/>
              <a:defRPr sz="3467">
                <a:solidFill>
                  <a:schemeClr val="dk2"/>
                </a:solidFill>
              </a:defRPr>
            </a:lvl1pPr>
            <a:lvl2pPr lvl="1" rtl="0">
              <a:spcBef>
                <a:spcPts val="0"/>
              </a:spcBef>
              <a:spcAft>
                <a:spcPts val="0"/>
              </a:spcAft>
              <a:buClr>
                <a:schemeClr val="dk2"/>
              </a:buClr>
              <a:buSzPts val="2600"/>
              <a:buNone/>
              <a:defRPr sz="3467">
                <a:solidFill>
                  <a:schemeClr val="dk2"/>
                </a:solidFill>
              </a:defRPr>
            </a:lvl2pPr>
            <a:lvl3pPr lvl="2" rtl="0">
              <a:spcBef>
                <a:spcPts val="0"/>
              </a:spcBef>
              <a:spcAft>
                <a:spcPts val="0"/>
              </a:spcAft>
              <a:buClr>
                <a:schemeClr val="dk2"/>
              </a:buClr>
              <a:buSzPts val="2600"/>
              <a:buNone/>
              <a:defRPr sz="3467">
                <a:solidFill>
                  <a:schemeClr val="dk2"/>
                </a:solidFill>
              </a:defRPr>
            </a:lvl3pPr>
            <a:lvl4pPr lvl="3" rtl="0">
              <a:spcBef>
                <a:spcPts val="0"/>
              </a:spcBef>
              <a:spcAft>
                <a:spcPts val="0"/>
              </a:spcAft>
              <a:buClr>
                <a:schemeClr val="dk2"/>
              </a:buClr>
              <a:buSzPts val="2600"/>
              <a:buNone/>
              <a:defRPr sz="3467">
                <a:solidFill>
                  <a:schemeClr val="dk2"/>
                </a:solidFill>
              </a:defRPr>
            </a:lvl4pPr>
            <a:lvl5pPr lvl="4" rtl="0">
              <a:spcBef>
                <a:spcPts val="0"/>
              </a:spcBef>
              <a:spcAft>
                <a:spcPts val="0"/>
              </a:spcAft>
              <a:buClr>
                <a:schemeClr val="dk2"/>
              </a:buClr>
              <a:buSzPts val="2600"/>
              <a:buNone/>
              <a:defRPr sz="3467">
                <a:solidFill>
                  <a:schemeClr val="dk2"/>
                </a:solidFill>
              </a:defRPr>
            </a:lvl5pPr>
            <a:lvl6pPr lvl="5" rtl="0">
              <a:spcBef>
                <a:spcPts val="0"/>
              </a:spcBef>
              <a:spcAft>
                <a:spcPts val="0"/>
              </a:spcAft>
              <a:buClr>
                <a:schemeClr val="dk2"/>
              </a:buClr>
              <a:buSzPts val="2600"/>
              <a:buNone/>
              <a:defRPr sz="3467">
                <a:solidFill>
                  <a:schemeClr val="dk2"/>
                </a:solidFill>
              </a:defRPr>
            </a:lvl6pPr>
            <a:lvl7pPr lvl="6" rtl="0">
              <a:spcBef>
                <a:spcPts val="0"/>
              </a:spcBef>
              <a:spcAft>
                <a:spcPts val="0"/>
              </a:spcAft>
              <a:buClr>
                <a:schemeClr val="dk2"/>
              </a:buClr>
              <a:buSzPts val="2600"/>
              <a:buNone/>
              <a:defRPr sz="3467">
                <a:solidFill>
                  <a:schemeClr val="dk2"/>
                </a:solidFill>
              </a:defRPr>
            </a:lvl7pPr>
            <a:lvl8pPr lvl="7" rtl="0">
              <a:spcBef>
                <a:spcPts val="0"/>
              </a:spcBef>
              <a:spcAft>
                <a:spcPts val="0"/>
              </a:spcAft>
              <a:buClr>
                <a:schemeClr val="dk2"/>
              </a:buClr>
              <a:buSzPts val="2600"/>
              <a:buNone/>
              <a:defRPr sz="3467">
                <a:solidFill>
                  <a:schemeClr val="dk2"/>
                </a:solidFill>
              </a:defRPr>
            </a:lvl8pPr>
            <a:lvl9pPr lvl="8" rtl="0">
              <a:spcBef>
                <a:spcPts val="0"/>
              </a:spcBef>
              <a:spcAft>
                <a:spcPts val="0"/>
              </a:spcAft>
              <a:buClr>
                <a:schemeClr val="dk2"/>
              </a:buClr>
              <a:buSzPts val="2600"/>
              <a:buNone/>
              <a:defRPr sz="3467">
                <a:solidFill>
                  <a:schemeClr val="dk2"/>
                </a:solidFill>
              </a:defRPr>
            </a:lvl9pPr>
          </a:lstStyle>
          <a:p>
            <a:endParaRPr/>
          </a:p>
        </p:txBody>
      </p:sp>
      <p:sp>
        <p:nvSpPr>
          <p:cNvPr id="53" name="Google Shape;53;p10"/>
          <p:cNvSpPr/>
          <p:nvPr/>
        </p:nvSpPr>
        <p:spPr>
          <a:xfrm>
            <a:off x="0" y="0"/>
            <a:ext cx="12192000" cy="65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dirty="0"/>
          </a:p>
        </p:txBody>
      </p:sp>
      <p:sp>
        <p:nvSpPr>
          <p:cNvPr id="54" name="Google Shape;54;p10"/>
          <p:cNvSpPr/>
          <p:nvPr/>
        </p:nvSpPr>
        <p:spPr>
          <a:xfrm>
            <a:off x="1107200" y="2341967"/>
            <a:ext cx="634800" cy="74800"/>
          </a:xfrm>
          <a:prstGeom prst="rect">
            <a:avLst/>
          </a:prstGeom>
          <a:solidFill>
            <a:srgbClr val="329D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dirty="0"/>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7514" y="107053"/>
            <a:ext cx="1194487" cy="433721"/>
          </a:xfrm>
          <a:prstGeom prst="rect">
            <a:avLst/>
          </a:prstGeom>
        </p:spPr>
      </p:pic>
    </p:spTree>
    <p:extLst>
      <p:ext uri="{BB962C8B-B14F-4D97-AF65-F5344CB8AC3E}">
        <p14:creationId xmlns:p14="http://schemas.microsoft.com/office/powerpoint/2010/main" val="42433457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obj">
  <p:cSld name="1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71" b="1" i="0">
                <a:solidFill>
                  <a:srgbClr val="003B5B"/>
                </a:solidFill>
                <a:latin typeface="Century Gothic"/>
                <a:cs typeface="Century Gothic"/>
              </a:defRPr>
            </a:lvl1pPr>
          </a:lstStyle>
          <a:p>
            <a:endParaRPr/>
          </a:p>
        </p:txBody>
      </p:sp>
      <p:sp>
        <p:nvSpPr>
          <p:cNvPr id="3" name="Holder 3"/>
          <p:cNvSpPr>
            <a:spLocks noGrp="1"/>
          </p:cNvSpPr>
          <p:nvPr>
            <p:ph sz="half" idx="2"/>
          </p:nvPr>
        </p:nvSpPr>
        <p:spPr>
          <a:xfrm>
            <a:off x="609600" y="1577340"/>
            <a:ext cx="5303520" cy="2492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7624956" y="1166749"/>
            <a:ext cx="3541375" cy="238335"/>
          </a:xfrm>
          <a:prstGeom prst="rect">
            <a:avLst/>
          </a:prstGeom>
        </p:spPr>
        <p:txBody>
          <a:bodyPr wrap="square" lIns="0" tIns="0" rIns="0" bIns="0">
            <a:spAutoFit/>
          </a:bodyPr>
          <a:lstStyle>
            <a:lvl1pPr>
              <a:defRPr sz="1721" b="0" i="0">
                <a:solidFill>
                  <a:srgbClr val="003F5D"/>
                </a:solidFill>
                <a:latin typeface="Calibri"/>
                <a:cs typeface="Calibri"/>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8/29/2023</a:t>
            </a:fld>
            <a:endParaRPr lang="en-US" dirty="0"/>
          </a:p>
        </p:txBody>
      </p:sp>
      <p:sp>
        <p:nvSpPr>
          <p:cNvPr id="7" name="Holder 7"/>
          <p:cNvSpPr>
            <a:spLocks noGrp="1"/>
          </p:cNvSpPr>
          <p:nvPr>
            <p:ph type="sldNum" sz="quarter" idx="7"/>
          </p:nvPr>
        </p:nvSpPr>
        <p:spPr/>
        <p:txBody>
          <a:bodyPr lIns="0" tIns="0" rIns="0" bIns="0"/>
          <a:lstStyle>
            <a:lvl1pPr>
              <a:defRPr sz="574" b="0" i="0">
                <a:solidFill>
                  <a:srgbClr val="878A8C"/>
                </a:solidFill>
                <a:latin typeface="Calibri"/>
                <a:cs typeface="Calibri"/>
              </a:defRPr>
            </a:lvl1pPr>
          </a:lstStyle>
          <a:p>
            <a:pPr marL="33619">
              <a:lnSpc>
                <a:spcPts val="640"/>
              </a:lnSpc>
            </a:pPr>
            <a:fld id="{81D60167-4931-47E6-BA6A-407CBD079E47}" type="slidenum">
              <a:rPr lang="en-US" spc="4" smtClean="0"/>
              <a:pPr marL="33619">
                <a:lnSpc>
                  <a:spcPts val="640"/>
                </a:lnSpc>
              </a:pPr>
              <a:t>‹#›</a:t>
            </a:fld>
            <a:endParaRPr lang="en-US" spc="4" dirty="0"/>
          </a:p>
        </p:txBody>
      </p:sp>
    </p:spTree>
    <p:extLst>
      <p:ext uri="{BB962C8B-B14F-4D97-AF65-F5344CB8AC3E}">
        <p14:creationId xmlns:p14="http://schemas.microsoft.com/office/powerpoint/2010/main" val="33490013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FDD60E-1540-4F40-AAF3-6C3750B9E6BA}"/>
              </a:ext>
            </a:extLst>
          </p:cNvPr>
          <p:cNvSpPr>
            <a:spLocks noGrp="1"/>
          </p:cNvSpPr>
          <p:nvPr>
            <p:ph type="title"/>
          </p:nvPr>
        </p:nvSpPr>
        <p:spPr>
          <a:xfrm>
            <a:off x="304799" y="365125"/>
            <a:ext cx="10473267" cy="52669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C275D72-8115-074C-B1AB-2A7026C0A1FD}"/>
              </a:ext>
            </a:extLst>
          </p:cNvPr>
          <p:cNvSpPr>
            <a:spLocks noGrp="1"/>
          </p:cNvSpPr>
          <p:nvPr>
            <p:ph type="body" idx="1"/>
          </p:nvPr>
        </p:nvSpPr>
        <p:spPr>
          <a:xfrm>
            <a:off x="304800" y="1091846"/>
            <a:ext cx="11625086" cy="49851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261817BE-3F6B-D14E-B0BF-A7551674E9EF}"/>
              </a:ext>
            </a:extLst>
          </p:cNvPr>
          <p:cNvSpPr>
            <a:spLocks noGrp="1"/>
          </p:cNvSpPr>
          <p:nvPr>
            <p:ph type="ftr" sz="quarter" idx="3"/>
          </p:nvPr>
        </p:nvSpPr>
        <p:spPr>
          <a:xfrm>
            <a:off x="304799" y="6313486"/>
            <a:ext cx="3369130" cy="365125"/>
          </a:xfrm>
          <a:prstGeom prst="rect">
            <a:avLst/>
          </a:prstGeom>
        </p:spPr>
        <p:txBody>
          <a:bodyPr vert="horz" lIns="91440" tIns="45720" rIns="91440" bIns="45720" rtlCol="0" anchor="ctr"/>
          <a:lstStyle>
            <a:lvl1pPr algn="l">
              <a:defRPr sz="900" b="1">
                <a:solidFill>
                  <a:schemeClr val="tx1">
                    <a:tint val="75000"/>
                  </a:schemeClr>
                </a:solidFill>
              </a:defRPr>
            </a:lvl1pPr>
          </a:lstStyle>
          <a:p>
            <a:r>
              <a:rPr lang="en-US" dirty="0"/>
              <a:t>GREYLING INSURANCE BROKERAGE &amp; RISK CONSULTING</a:t>
            </a:r>
          </a:p>
        </p:txBody>
      </p:sp>
      <p:sp>
        <p:nvSpPr>
          <p:cNvPr id="6" name="Slide Number Placeholder 5">
            <a:extLst>
              <a:ext uri="{FF2B5EF4-FFF2-40B4-BE49-F238E27FC236}">
                <a16:creationId xmlns:a16="http://schemas.microsoft.com/office/drawing/2014/main" id="{5CBD85FA-36BB-A54D-A953-0B1E24D00002}"/>
              </a:ext>
            </a:extLst>
          </p:cNvPr>
          <p:cNvSpPr>
            <a:spLocks noGrp="1"/>
          </p:cNvSpPr>
          <p:nvPr>
            <p:ph type="sldNum" sz="quarter" idx="4"/>
          </p:nvPr>
        </p:nvSpPr>
        <p:spPr>
          <a:xfrm>
            <a:off x="11311820" y="6313486"/>
            <a:ext cx="618066" cy="365125"/>
          </a:xfrm>
          <a:prstGeom prst="rect">
            <a:avLst/>
          </a:prstGeom>
        </p:spPr>
        <p:txBody>
          <a:bodyPr vert="horz" lIns="91440" tIns="45720" rIns="91440" bIns="45720" rtlCol="0" anchor="ctr"/>
          <a:lstStyle>
            <a:lvl1pPr algn="r">
              <a:defRPr sz="1100" b="1">
                <a:solidFill>
                  <a:schemeClr val="tx2"/>
                </a:solidFill>
              </a:defRPr>
            </a:lvl1pPr>
          </a:lstStyle>
          <a:p>
            <a:fld id="{196AF507-5BE0-AD45-B8C0-F7B01F444CE4}" type="slidenum">
              <a:rPr lang="en-US" smtClean="0"/>
              <a:pPr/>
              <a:t>‹#›</a:t>
            </a:fld>
            <a:endParaRPr lang="en-US" dirty="0"/>
          </a:p>
        </p:txBody>
      </p:sp>
    </p:spTree>
    <p:extLst>
      <p:ext uri="{BB962C8B-B14F-4D97-AF65-F5344CB8AC3E}">
        <p14:creationId xmlns:p14="http://schemas.microsoft.com/office/powerpoint/2010/main" val="1333477185"/>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3" r:id="rId3"/>
    <p:sldLayoutId id="2147483650" r:id="rId4"/>
    <p:sldLayoutId id="2147483674" r:id="rId5"/>
    <p:sldLayoutId id="2147483661" r:id="rId6"/>
    <p:sldLayoutId id="2147483671" r:id="rId7"/>
    <p:sldLayoutId id="2147483651" r:id="rId8"/>
    <p:sldLayoutId id="2147483673" r:id="rId9"/>
    <p:sldLayoutId id="2147483665" r:id="rId10"/>
    <p:sldLayoutId id="2147483652" r:id="rId11"/>
    <p:sldLayoutId id="2147483668" r:id="rId12"/>
    <p:sldLayoutId id="2147483669" r:id="rId13"/>
    <p:sldLayoutId id="2147483653" r:id="rId14"/>
    <p:sldLayoutId id="2147483656" r:id="rId15"/>
    <p:sldLayoutId id="2147483654" r:id="rId16"/>
    <p:sldLayoutId id="2147483655" r:id="rId17"/>
    <p:sldLayoutId id="2147483667" r:id="rId18"/>
    <p:sldLayoutId id="2147483670" r:id="rId19"/>
    <p:sldLayoutId id="2147483657" r:id="rId20"/>
    <p:sldLayoutId id="2147483666" r:id="rId21"/>
    <p:sldLayoutId id="2147483658" r:id="rId22"/>
    <p:sldLayoutId id="2147483659" r:id="rId23"/>
    <p:sldLayoutId id="2147483675" r:id="rId24"/>
    <p:sldLayoutId id="2147483677" r:id="rId25"/>
  </p:sldLayoutIdLst>
  <p:hf hdr="0" dt="0"/>
  <p:txStyles>
    <p:titleStyle>
      <a:lvl1pPr algn="l" defTabSz="914400" rtl="0" eaLnBrk="1" latinLnBrk="0" hangingPunct="1">
        <a:lnSpc>
          <a:spcPct val="90000"/>
        </a:lnSpc>
        <a:spcBef>
          <a:spcPct val="0"/>
        </a:spcBef>
        <a:buNone/>
        <a:defRPr sz="34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B24EB-B43F-73AD-DCD4-05B03A2A20C6}"/>
              </a:ext>
            </a:extLst>
          </p:cNvPr>
          <p:cNvSpPr>
            <a:spLocks noGrp="1"/>
          </p:cNvSpPr>
          <p:nvPr>
            <p:ph type="ctrTitle"/>
          </p:nvPr>
        </p:nvSpPr>
        <p:spPr/>
        <p:txBody>
          <a:bodyPr>
            <a:normAutofit/>
          </a:bodyPr>
          <a:lstStyle/>
          <a:p>
            <a:r>
              <a:rPr lang="en-US" sz="4000" dirty="0"/>
              <a:t>Subcontractor Default Insurance (SDI)</a:t>
            </a:r>
          </a:p>
        </p:txBody>
      </p:sp>
      <p:sp>
        <p:nvSpPr>
          <p:cNvPr id="3" name="Subtitle 2">
            <a:extLst>
              <a:ext uri="{FF2B5EF4-FFF2-40B4-BE49-F238E27FC236}">
                <a16:creationId xmlns:a16="http://schemas.microsoft.com/office/drawing/2014/main" id="{F6F2E335-CDE8-F7F3-CEDD-36358DE02555}"/>
              </a:ext>
            </a:extLst>
          </p:cNvPr>
          <p:cNvSpPr>
            <a:spLocks noGrp="1"/>
          </p:cNvSpPr>
          <p:nvPr>
            <p:ph type="subTitle" idx="1"/>
          </p:nvPr>
        </p:nvSpPr>
        <p:spPr/>
        <p:txBody>
          <a:bodyPr>
            <a:noAutofit/>
          </a:bodyPr>
          <a:lstStyle/>
          <a:p>
            <a:endParaRPr lang="en-US" sz="2400" dirty="0"/>
          </a:p>
        </p:txBody>
      </p:sp>
      <p:pic>
        <p:nvPicPr>
          <p:cNvPr id="9" name="Picture Placeholder 8" descr="A crane and a building under construction">
            <a:extLst>
              <a:ext uri="{FF2B5EF4-FFF2-40B4-BE49-F238E27FC236}">
                <a16:creationId xmlns:a16="http://schemas.microsoft.com/office/drawing/2014/main" id="{DB8FE9E9-4EA6-0D50-FFAC-8EEFB25B8C68}"/>
              </a:ext>
            </a:extLst>
          </p:cNvPr>
          <p:cNvPicPr>
            <a:picLocks noGrp="1" noChangeAspect="1"/>
          </p:cNvPicPr>
          <p:nvPr>
            <p:ph type="pic" sz="quarter" idx="10"/>
          </p:nvPr>
        </p:nvPicPr>
        <p:blipFill>
          <a:blip r:embed="rId2"/>
          <a:srcRect t="7798" b="7798"/>
          <a:stretch>
            <a:fillRect/>
          </a:stretch>
        </p:blipFill>
        <p:spPr>
          <a:xfrm>
            <a:off x="6185043" y="3058721"/>
            <a:ext cx="5527461" cy="3237526"/>
          </a:xfrm>
        </p:spPr>
      </p:pic>
      <p:sp>
        <p:nvSpPr>
          <p:cNvPr id="5" name="Text Placeholder 4">
            <a:extLst>
              <a:ext uri="{FF2B5EF4-FFF2-40B4-BE49-F238E27FC236}">
                <a16:creationId xmlns:a16="http://schemas.microsoft.com/office/drawing/2014/main" id="{F8D1DD35-54FF-51E0-86CC-64086CFF199D}"/>
              </a:ext>
            </a:extLst>
          </p:cNvPr>
          <p:cNvSpPr>
            <a:spLocks noGrp="1"/>
          </p:cNvSpPr>
          <p:nvPr>
            <p:ph type="body" sz="quarter" idx="11"/>
          </p:nvPr>
        </p:nvSpPr>
        <p:spPr/>
        <p:txBody>
          <a:bodyPr/>
          <a:lstStyle/>
          <a:p>
            <a:endParaRPr lang="en-US" dirty="0"/>
          </a:p>
        </p:txBody>
      </p:sp>
      <p:sp>
        <p:nvSpPr>
          <p:cNvPr id="6" name="Text Placeholder 5">
            <a:extLst>
              <a:ext uri="{FF2B5EF4-FFF2-40B4-BE49-F238E27FC236}">
                <a16:creationId xmlns:a16="http://schemas.microsoft.com/office/drawing/2014/main" id="{038071A7-D004-8864-7153-70B0B2298E1E}"/>
              </a:ext>
            </a:extLst>
          </p:cNvPr>
          <p:cNvSpPr>
            <a:spLocks noGrp="1"/>
          </p:cNvSpPr>
          <p:nvPr>
            <p:ph type="body" sz="quarter" idx="13"/>
          </p:nvPr>
        </p:nvSpPr>
        <p:spPr/>
        <p:txBody>
          <a:bodyPr/>
          <a:lstStyle/>
          <a:p>
            <a:endParaRPr lang="en-US" dirty="0"/>
          </a:p>
        </p:txBody>
      </p:sp>
      <p:sp>
        <p:nvSpPr>
          <p:cNvPr id="7" name="Text Placeholder 6">
            <a:extLst>
              <a:ext uri="{FF2B5EF4-FFF2-40B4-BE49-F238E27FC236}">
                <a16:creationId xmlns:a16="http://schemas.microsoft.com/office/drawing/2014/main" id="{3F4A6372-3B83-555F-17B5-FB2F5B1395D8}"/>
              </a:ext>
            </a:extLst>
          </p:cNvPr>
          <p:cNvSpPr>
            <a:spLocks noGrp="1"/>
          </p:cNvSpPr>
          <p:nvPr>
            <p:ph type="body" sz="quarter" idx="14"/>
          </p:nvPr>
        </p:nvSpPr>
        <p:spPr/>
        <p:txBody>
          <a:bodyPr/>
          <a:lstStyle/>
          <a:p>
            <a:endParaRPr lang="en-US" dirty="0"/>
          </a:p>
        </p:txBody>
      </p:sp>
    </p:spTree>
    <p:extLst>
      <p:ext uri="{BB962C8B-B14F-4D97-AF65-F5344CB8AC3E}">
        <p14:creationId xmlns:p14="http://schemas.microsoft.com/office/powerpoint/2010/main" val="2874028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What is Subcontractor Default Insurance (SDI)?</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2</a:t>
            </a:fld>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a:xfrm>
            <a:off x="304799" y="1353313"/>
            <a:ext cx="11625086" cy="4681328"/>
          </a:xfrm>
        </p:spPr>
        <p:txBody>
          <a:bodyPr>
            <a:normAutofit/>
          </a:bodyPr>
          <a:lstStyle/>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Mid 90’s Zurich invented the product (SDI) around underwriting the GC’s ability to manage subcontracting risk</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An excess policy of insurance alternative to subcontractor bonding</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First party, indemnification coverage with primary risk retained and catastrophic risk transferred</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2010/2011 – Two new entrants to the market, Arch and XL (now AXA)</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2012/2013 – Zurich exited the market</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2016/2018 – Cove (Lloyds) and Hudson entered the SDI space</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2019 – Liberty entered the market</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Late 2021/2022 – 30 SDI team members left AXA to start SDI at Vantage</a:t>
            </a:r>
          </a:p>
          <a:p>
            <a:pPr>
              <a:lnSpc>
                <a:spcPct val="100000"/>
              </a:lnSpc>
              <a:spcBef>
                <a:spcPts val="0"/>
              </a:spcBef>
              <a:spcAft>
                <a:spcPts val="1200"/>
              </a:spcAft>
            </a:pPr>
            <a:r>
              <a:rPr lang="en-US" sz="2000" dirty="0">
                <a:latin typeface="Calibri" panose="020F0502020204030204" pitchFamily="34" charset="0"/>
                <a:cs typeface="Calibri" panose="020F0502020204030204" pitchFamily="34" charset="0"/>
              </a:rPr>
              <a:t>Berkshire Hathaway</a:t>
            </a:r>
            <a:endParaRPr lang="en-US" sz="2000" dirty="0">
              <a:solidFill>
                <a:srgbClr val="53565A"/>
              </a:solidFill>
              <a:ea typeface="Roboto Light" panose="02000000000000000000" pitchFamily="2" charset="0"/>
              <a:cs typeface="Open Sans Light" panose="020B0306030504020204" pitchFamily="34" charset="0"/>
            </a:endParaRPr>
          </a:p>
        </p:txBody>
      </p:sp>
    </p:spTree>
    <p:extLst>
      <p:ext uri="{BB962C8B-B14F-4D97-AF65-F5344CB8AC3E}">
        <p14:creationId xmlns:p14="http://schemas.microsoft.com/office/powerpoint/2010/main" val="30944769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SDI Relationship Structure</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3</a:t>
            </a:fld>
            <a:endParaRPr lang="en-US" dirty="0"/>
          </a:p>
        </p:txBody>
      </p:sp>
      <p:sp>
        <p:nvSpPr>
          <p:cNvPr id="7" name="Flowchart: Process 6">
            <a:extLst>
              <a:ext uri="{FF2B5EF4-FFF2-40B4-BE49-F238E27FC236}">
                <a16:creationId xmlns:a16="http://schemas.microsoft.com/office/drawing/2014/main" id="{A03CBF49-5C09-E319-2CD6-856D9A04932C}"/>
              </a:ext>
            </a:extLst>
          </p:cNvPr>
          <p:cNvSpPr/>
          <p:nvPr/>
        </p:nvSpPr>
        <p:spPr>
          <a:xfrm>
            <a:off x="4759104" y="1434594"/>
            <a:ext cx="1600200" cy="979068"/>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Owner</a:t>
            </a:r>
          </a:p>
          <a:p>
            <a:pPr algn="ctr"/>
            <a:endParaRPr lang="en-US" dirty="0"/>
          </a:p>
        </p:txBody>
      </p:sp>
      <p:sp>
        <p:nvSpPr>
          <p:cNvPr id="9" name="Flowchart: Process 8">
            <a:extLst>
              <a:ext uri="{FF2B5EF4-FFF2-40B4-BE49-F238E27FC236}">
                <a16:creationId xmlns:a16="http://schemas.microsoft.com/office/drawing/2014/main" id="{4C4BD11A-3FFA-510A-D448-FEE4336B64B8}"/>
              </a:ext>
            </a:extLst>
          </p:cNvPr>
          <p:cNvSpPr/>
          <p:nvPr/>
        </p:nvSpPr>
        <p:spPr>
          <a:xfrm>
            <a:off x="2625504" y="2939466"/>
            <a:ext cx="1600200" cy="979068"/>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General Contractor</a:t>
            </a:r>
          </a:p>
          <a:p>
            <a:pPr algn="ctr"/>
            <a:endParaRPr lang="en-US" dirty="0"/>
          </a:p>
        </p:txBody>
      </p:sp>
      <p:sp>
        <p:nvSpPr>
          <p:cNvPr id="10" name="Flowchart: Process 9">
            <a:extLst>
              <a:ext uri="{FF2B5EF4-FFF2-40B4-BE49-F238E27FC236}">
                <a16:creationId xmlns:a16="http://schemas.microsoft.com/office/drawing/2014/main" id="{2049C625-6366-D5EF-14D8-82823BEA2F6E}"/>
              </a:ext>
            </a:extLst>
          </p:cNvPr>
          <p:cNvSpPr/>
          <p:nvPr/>
        </p:nvSpPr>
        <p:spPr>
          <a:xfrm>
            <a:off x="2426329" y="4444338"/>
            <a:ext cx="1799375" cy="979068"/>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Subcontractor</a:t>
            </a:r>
          </a:p>
          <a:p>
            <a:pPr algn="ctr"/>
            <a:endParaRPr lang="en-US" dirty="0"/>
          </a:p>
        </p:txBody>
      </p:sp>
      <p:sp>
        <p:nvSpPr>
          <p:cNvPr id="11" name="Flowchart: Process 10">
            <a:extLst>
              <a:ext uri="{FF2B5EF4-FFF2-40B4-BE49-F238E27FC236}">
                <a16:creationId xmlns:a16="http://schemas.microsoft.com/office/drawing/2014/main" id="{2150D3DA-040A-8057-262E-2AB577EBDCF3}"/>
              </a:ext>
            </a:extLst>
          </p:cNvPr>
          <p:cNvSpPr/>
          <p:nvPr/>
        </p:nvSpPr>
        <p:spPr>
          <a:xfrm>
            <a:off x="6778406" y="2939466"/>
            <a:ext cx="1600200" cy="979068"/>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Insurance Carrier</a:t>
            </a:r>
          </a:p>
          <a:p>
            <a:pPr algn="ctr"/>
            <a:endParaRPr lang="en-US" dirty="0"/>
          </a:p>
        </p:txBody>
      </p:sp>
      <p:cxnSp>
        <p:nvCxnSpPr>
          <p:cNvPr id="12" name="Straight Arrow Connector 11">
            <a:extLst>
              <a:ext uri="{FF2B5EF4-FFF2-40B4-BE49-F238E27FC236}">
                <a16:creationId xmlns:a16="http://schemas.microsoft.com/office/drawing/2014/main" id="{70CBB7F0-FF23-BE4E-81E0-87E16965D60C}"/>
              </a:ext>
            </a:extLst>
          </p:cNvPr>
          <p:cNvCxnSpPr>
            <a:cxnSpLocks/>
          </p:cNvCxnSpPr>
          <p:nvPr/>
        </p:nvCxnSpPr>
        <p:spPr>
          <a:xfrm flipH="1">
            <a:off x="4225704" y="2449932"/>
            <a:ext cx="533400" cy="489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DD3489F-CF46-A71E-27E6-3450160B3839}"/>
              </a:ext>
            </a:extLst>
          </p:cNvPr>
          <p:cNvCxnSpPr>
            <a:cxnSpLocks/>
            <a:stCxn id="9" idx="2"/>
            <a:endCxn id="10" idx="0"/>
          </p:cNvCxnSpPr>
          <p:nvPr/>
        </p:nvCxnSpPr>
        <p:spPr>
          <a:xfrm flipH="1">
            <a:off x="3326017" y="3918534"/>
            <a:ext cx="99587" cy="5258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A69257D-5ED3-AF30-8468-49E5A8A1DEC1}"/>
              </a:ext>
            </a:extLst>
          </p:cNvPr>
          <p:cNvCxnSpPr>
            <a:cxnSpLocks/>
          </p:cNvCxnSpPr>
          <p:nvPr/>
        </p:nvCxnSpPr>
        <p:spPr>
          <a:xfrm flipV="1">
            <a:off x="4301904" y="3918534"/>
            <a:ext cx="2590800" cy="12630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DFA26EC-6B69-5BB5-20B7-4479B69E778C}"/>
              </a:ext>
            </a:extLst>
          </p:cNvPr>
          <p:cNvSpPr txBox="1"/>
          <p:nvPr/>
        </p:nvSpPr>
        <p:spPr>
          <a:xfrm>
            <a:off x="4911504" y="2602468"/>
            <a:ext cx="1447800" cy="646331"/>
          </a:xfrm>
          <a:prstGeom prst="rect">
            <a:avLst/>
          </a:prstGeom>
          <a:noFill/>
        </p:spPr>
        <p:txBody>
          <a:bodyPr wrap="square" rtlCol="0">
            <a:spAutoFit/>
          </a:bodyPr>
          <a:lstStyle/>
          <a:p>
            <a:r>
              <a:rPr lang="en-US" dirty="0"/>
              <a:t>Indemnity</a:t>
            </a:r>
          </a:p>
          <a:p>
            <a:endParaRPr lang="en-US" dirty="0"/>
          </a:p>
        </p:txBody>
      </p:sp>
      <p:sp>
        <p:nvSpPr>
          <p:cNvPr id="16" name="TextBox 15">
            <a:extLst>
              <a:ext uri="{FF2B5EF4-FFF2-40B4-BE49-F238E27FC236}">
                <a16:creationId xmlns:a16="http://schemas.microsoft.com/office/drawing/2014/main" id="{32D8B272-3837-A622-E8B4-00C47336190E}"/>
              </a:ext>
            </a:extLst>
          </p:cNvPr>
          <p:cNvSpPr txBox="1"/>
          <p:nvPr/>
        </p:nvSpPr>
        <p:spPr>
          <a:xfrm>
            <a:off x="2798651" y="2271302"/>
            <a:ext cx="1253905" cy="369332"/>
          </a:xfrm>
          <a:prstGeom prst="rect">
            <a:avLst/>
          </a:prstGeom>
          <a:noFill/>
        </p:spPr>
        <p:txBody>
          <a:bodyPr wrap="square" rtlCol="0">
            <a:spAutoFit/>
          </a:bodyPr>
          <a:lstStyle/>
          <a:p>
            <a:r>
              <a:rPr lang="en-US" dirty="0"/>
              <a:t>Contract</a:t>
            </a:r>
          </a:p>
        </p:txBody>
      </p:sp>
      <p:sp>
        <p:nvSpPr>
          <p:cNvPr id="17" name="TextBox 16">
            <a:extLst>
              <a:ext uri="{FF2B5EF4-FFF2-40B4-BE49-F238E27FC236}">
                <a16:creationId xmlns:a16="http://schemas.microsoft.com/office/drawing/2014/main" id="{11969E57-A984-9964-F5AE-4A913F7709DB}"/>
              </a:ext>
            </a:extLst>
          </p:cNvPr>
          <p:cNvSpPr txBox="1"/>
          <p:nvPr/>
        </p:nvSpPr>
        <p:spPr>
          <a:xfrm>
            <a:off x="4301903" y="3918534"/>
            <a:ext cx="1862751" cy="369332"/>
          </a:xfrm>
          <a:prstGeom prst="rect">
            <a:avLst/>
          </a:prstGeom>
          <a:noFill/>
        </p:spPr>
        <p:txBody>
          <a:bodyPr wrap="square" rtlCol="0">
            <a:spAutoFit/>
          </a:bodyPr>
          <a:lstStyle/>
          <a:p>
            <a:r>
              <a:rPr lang="en-US" dirty="0"/>
              <a:t>Sub(contract)</a:t>
            </a:r>
          </a:p>
        </p:txBody>
      </p:sp>
      <p:sp>
        <p:nvSpPr>
          <p:cNvPr id="18" name="TextBox 17">
            <a:extLst>
              <a:ext uri="{FF2B5EF4-FFF2-40B4-BE49-F238E27FC236}">
                <a16:creationId xmlns:a16="http://schemas.microsoft.com/office/drawing/2014/main" id="{3404B78D-D0BA-D7D3-20DE-BA00CFCE76AC}"/>
              </a:ext>
            </a:extLst>
          </p:cNvPr>
          <p:cNvSpPr txBox="1"/>
          <p:nvPr/>
        </p:nvSpPr>
        <p:spPr>
          <a:xfrm>
            <a:off x="5868710" y="4705272"/>
            <a:ext cx="2509895" cy="646331"/>
          </a:xfrm>
          <a:prstGeom prst="rect">
            <a:avLst/>
          </a:prstGeom>
          <a:noFill/>
        </p:spPr>
        <p:txBody>
          <a:bodyPr wrap="square" rtlCol="0">
            <a:spAutoFit/>
          </a:bodyPr>
          <a:lstStyle/>
          <a:p>
            <a:r>
              <a:rPr lang="en-US" dirty="0"/>
              <a:t>Subrogation Recovery</a:t>
            </a:r>
          </a:p>
        </p:txBody>
      </p:sp>
      <p:cxnSp>
        <p:nvCxnSpPr>
          <p:cNvPr id="19" name="Straight Arrow Connector 18">
            <a:extLst>
              <a:ext uri="{FF2B5EF4-FFF2-40B4-BE49-F238E27FC236}">
                <a16:creationId xmlns:a16="http://schemas.microsoft.com/office/drawing/2014/main" id="{CED4BC0D-D72A-4AA5-B14B-BE692A0E5739}"/>
              </a:ext>
            </a:extLst>
          </p:cNvPr>
          <p:cNvCxnSpPr>
            <a:cxnSpLocks/>
          </p:cNvCxnSpPr>
          <p:nvPr/>
        </p:nvCxnSpPr>
        <p:spPr>
          <a:xfrm flipH="1">
            <a:off x="4225704" y="2939466"/>
            <a:ext cx="2552702" cy="362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69377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What SDI Covers</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4</a:t>
            </a:fld>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p:txBody>
          <a:bodyPr>
            <a:normAutofit/>
          </a:bodyPr>
          <a:lstStyle/>
          <a:p>
            <a:pPr marL="457200" marR="0" lvl="1" indent="0" algn="l" defTabSz="914400" rtl="0" eaLnBrk="1" fontAlgn="auto" latinLnBrk="0" hangingPunct="1">
              <a:lnSpc>
                <a:spcPct val="100000"/>
              </a:lnSpc>
              <a:spcBef>
                <a:spcPts val="0"/>
              </a:spcBef>
              <a:spcAft>
                <a:spcPts val="0"/>
              </a:spcAft>
              <a:buClrTx/>
              <a:buSzTx/>
              <a:buNone/>
              <a:tabLst/>
              <a:defRPr/>
            </a:pPr>
            <a:r>
              <a:rPr kumimoji="0" lang="en-US" sz="2000" b="1" i="0" u="none" strike="noStrike" kern="1200" cap="none" spc="0" normalizeH="0" baseline="0" noProof="0" dirty="0">
                <a:ln>
                  <a:noFill/>
                </a:ln>
                <a:solidFill>
                  <a:srgbClr val="003F5E"/>
                </a:solidFill>
                <a:effectLst/>
                <a:uLnTx/>
                <a:uFillTx/>
                <a:latin typeface="Calibri" panose="020F0502020204030204"/>
                <a:ea typeface="+mn-ea"/>
                <a:cs typeface="+mn-cs"/>
              </a:rPr>
              <a:t>Basic Coverage Overview:</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Coverage of Loss incurred by the GC to complete the defaulted subcontractor's scope of work</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Subcontractor default triggers policy</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Coverage limited by per loss and aggregate loss; can be applicable in excess of subcontract work, up to 3x</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Coverage is subject to retention and co-payment by the GC</a:t>
            </a:r>
          </a:p>
          <a:p>
            <a:pPr marL="457200" marR="0" lvl="1" indent="0" algn="l" defTabSz="914400" rtl="0" eaLnBrk="1" fontAlgn="auto" latinLnBrk="0" hangingPunct="1">
              <a:lnSpc>
                <a:spcPct val="100000"/>
              </a:lnSpc>
              <a:spcBef>
                <a:spcPts val="0"/>
              </a:spcBef>
              <a:spcAft>
                <a:spcPts val="0"/>
              </a:spcAft>
              <a:buClrTx/>
              <a:buSzTx/>
              <a:buNone/>
              <a:tabLst/>
              <a:defRPr/>
            </a:pPr>
            <a:endParaRPr lang="en-US" sz="2000" dirty="0">
              <a:solidFill>
                <a:srgbClr val="003F5E"/>
              </a:solidFill>
              <a:latin typeface="Calibri" panose="020F0502020204030204"/>
            </a:endParaRPr>
          </a:p>
          <a:p>
            <a:pPr marL="457200" marR="0" lvl="1" indent="0" algn="l" defTabSz="914400" rtl="0" eaLnBrk="1" fontAlgn="auto" latinLnBrk="0" hangingPunct="1">
              <a:lnSpc>
                <a:spcPct val="100000"/>
              </a:lnSpc>
              <a:spcBef>
                <a:spcPts val="0"/>
              </a:spcBef>
              <a:spcAft>
                <a:spcPts val="0"/>
              </a:spcAft>
              <a:buClrTx/>
              <a:buSzTx/>
              <a:buNone/>
              <a:tabLst/>
              <a:defRPr/>
            </a:pPr>
            <a:r>
              <a:rPr lang="en-US" sz="2000" b="1" dirty="0">
                <a:solidFill>
                  <a:srgbClr val="003F5E"/>
                </a:solidFill>
                <a:latin typeface="Calibri" panose="020F0502020204030204"/>
              </a:rPr>
              <a:t>Enhanced Coverage</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Direct remedy, removal and replacement costs of subcontractor defective work</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Direct investigation, legal, consulting and engineering costs of subcontractor default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Limited indirect costs incurred by the GC to accelerate other subcontractors, for extended general conditions, liquidated damages incurred by the GC as a result of subcontractor default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Limits on deductible and co-pays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Project specific limits available for existing SDI insureds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3F5E"/>
                </a:solidFill>
                <a:latin typeface="Calibri" panose="020F0502020204030204"/>
              </a:rPr>
              <a:t>Coverage for payment of professional services associated with claims preparation</a:t>
            </a:r>
          </a:p>
          <a:p>
            <a:pPr marR="0" lvl="1" algn="l" defTabSz="914400" rtl="0" eaLnBrk="1" fontAlgn="auto" latinLnBrk="0" hangingPunct="1">
              <a:lnSpc>
                <a:spcPct val="100000"/>
              </a:lnSpc>
              <a:spcBef>
                <a:spcPts val="0"/>
              </a:spcBef>
              <a:spcAft>
                <a:spcPts val="0"/>
              </a:spcAft>
              <a:buClrTx/>
              <a:buSzTx/>
              <a:tabLst/>
              <a:defRPr/>
            </a:pPr>
            <a:endParaRPr lang="en-US" sz="1800" b="1" dirty="0">
              <a:solidFill>
                <a:srgbClr val="003F5E"/>
              </a:solidFill>
              <a:latin typeface="Calibri" panose="020F0502020204030204"/>
            </a:endParaRPr>
          </a:p>
          <a:p>
            <a:pPr marR="0" lvl="1" algn="l" defTabSz="914400" rtl="0" eaLnBrk="1" fontAlgn="auto" latinLnBrk="0" hangingPunct="1">
              <a:lnSpc>
                <a:spcPct val="100000"/>
              </a:lnSpc>
              <a:spcBef>
                <a:spcPts val="0"/>
              </a:spcBef>
              <a:spcAft>
                <a:spcPts val="0"/>
              </a:spcAft>
              <a:buClrTx/>
              <a:buSzTx/>
              <a:tabLst/>
              <a:defRPr/>
            </a:pPr>
            <a:endParaRPr lang="en-US" sz="1800" b="1" dirty="0">
              <a:solidFill>
                <a:srgbClr val="003F5E"/>
              </a:solidFill>
              <a:latin typeface="Calibri" panose="020F0502020204030204"/>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800" dirty="0">
              <a:solidFill>
                <a:srgbClr val="003F5E"/>
              </a:solidFill>
              <a:latin typeface="Calibri" panose="020F0502020204030204"/>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srgbClr val="003F5E"/>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b="0" i="0" u="none" strike="noStrike" kern="1200" cap="none" spc="0" normalizeH="0" baseline="0" noProof="0" dirty="0">
              <a:ln>
                <a:noFill/>
              </a:ln>
              <a:solidFill>
                <a:srgbClr val="003F5E"/>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b="0" i="0" u="none" strike="noStrike" kern="1200" cap="none" spc="0" normalizeH="0" baseline="0" noProof="0" dirty="0">
              <a:ln>
                <a:noFill/>
              </a:ln>
              <a:solidFill>
                <a:srgbClr val="53565A"/>
              </a:solidFill>
              <a:effectLst/>
              <a:uLnTx/>
              <a:uFillTx/>
              <a:latin typeface="Calibri" panose="020F0502020204030204"/>
              <a:ea typeface="Roboto Light" panose="02000000000000000000" pitchFamily="2" charset="0"/>
              <a:cs typeface="Open Sans Light" panose="020B0306030504020204" pitchFamily="34" charset="0"/>
            </a:endParaRPr>
          </a:p>
        </p:txBody>
      </p:sp>
    </p:spTree>
    <p:extLst>
      <p:ext uri="{BB962C8B-B14F-4D97-AF65-F5344CB8AC3E}">
        <p14:creationId xmlns:p14="http://schemas.microsoft.com/office/powerpoint/2010/main" val="331542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Prequalification Firms</a:t>
            </a:r>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5</a:t>
            </a:fld>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p:txBody>
          <a:bodyPr>
            <a:normAutofit/>
          </a:bodyPr>
          <a:lstStyle/>
          <a:p>
            <a:pPr marL="285750" indent="-285750">
              <a:buFont typeface="Arial" panose="020B0604020202020204" pitchFamily="34" charset="0"/>
              <a:buChar char="•"/>
            </a:pPr>
            <a:endParaRPr lang="en-US" sz="2000" b="1"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sz="2400" b="1" dirty="0">
                <a:latin typeface="Calibri" panose="020F0502020204030204" pitchFamily="34" charset="0"/>
                <a:cs typeface="Calibri" panose="020F0502020204030204" pitchFamily="34" charset="0"/>
              </a:rPr>
              <a:t>Trade Tapp - </a:t>
            </a:r>
            <a:r>
              <a:rPr lang="en-US" sz="2400" dirty="0">
                <a:effectLst/>
                <a:latin typeface="Calibri" panose="020F0502020204030204" pitchFamily="34" charset="0"/>
                <a:ea typeface="Calibri" panose="020F0502020204030204" pitchFamily="34" charset="0"/>
                <a:cs typeface="Calibri" panose="020F0502020204030204" pitchFamily="34" charset="0"/>
              </a:rPr>
              <a:t>Trade Tapp – They take in information; customers use because of connectivity to the bidding platform of Autodesk.  Not a complete offering but good data collection.</a:t>
            </a:r>
          </a:p>
          <a:p>
            <a:pPr marL="285750" indent="-285750">
              <a:buFont typeface="Arial" panose="020B0604020202020204" pitchFamily="34" charset="0"/>
              <a:buChar char="•"/>
            </a:pPr>
            <a:r>
              <a:rPr lang="en-US" sz="2400" b="1" dirty="0">
                <a:latin typeface="Calibri" panose="020F0502020204030204" pitchFamily="34" charset="0"/>
                <a:cs typeface="Calibri" panose="020F0502020204030204" pitchFamily="34" charset="0"/>
              </a:rPr>
              <a:t>Compass -  </a:t>
            </a:r>
            <a:r>
              <a:rPr lang="en-US" sz="2400" dirty="0">
                <a:latin typeface="Calibri" panose="020F0502020204030204" pitchFamily="34" charset="0"/>
                <a:cs typeface="Calibri" panose="020F0502020204030204" pitchFamily="34" charset="0"/>
              </a:rPr>
              <a:t>S</a:t>
            </a:r>
            <a:r>
              <a:rPr lang="en-US" sz="2400" dirty="0">
                <a:effectLst/>
                <a:latin typeface="Calibri" panose="020F0502020204030204" pitchFamily="34" charset="0"/>
                <a:ea typeface="Calibri" panose="020F0502020204030204" pitchFamily="34" charset="0"/>
                <a:cs typeface="Calibri" panose="020F0502020204030204" pitchFamily="34" charset="0"/>
              </a:rPr>
              <a:t>imilar to tradetapp but charges the sub.  Not a final decision maker but will set limits and ranks subs in trades against themselves so you can see top electrician etc.  </a:t>
            </a:r>
            <a:r>
              <a:rPr lang="en-US" sz="2400" b="1" dirty="0">
                <a:latin typeface="Calibri" panose="020F0502020204030204" pitchFamily="34" charset="0"/>
                <a:cs typeface="Calibri" panose="020F0502020204030204" pitchFamily="34" charset="0"/>
              </a:rPr>
              <a:t> </a:t>
            </a:r>
          </a:p>
          <a:p>
            <a:pPr marL="285750" indent="-285750">
              <a:buFont typeface="Arial" panose="020B0604020202020204" pitchFamily="34" charset="0"/>
              <a:buChar char="•"/>
            </a:pPr>
            <a:r>
              <a:rPr lang="en-US" sz="2400" b="1" dirty="0">
                <a:latin typeface="Calibri" panose="020F0502020204030204" pitchFamily="34" charset="0"/>
                <a:cs typeface="Calibri" panose="020F0502020204030204" pitchFamily="34" charset="0"/>
              </a:rPr>
              <a:t>Vertikal - </a:t>
            </a:r>
            <a:r>
              <a:rPr lang="en-US" sz="2400" dirty="0">
                <a:latin typeface="Calibri" panose="020F0502020204030204" pitchFamily="34" charset="0"/>
                <a:cs typeface="Calibri" panose="020F0502020204030204" pitchFamily="34" charset="0"/>
              </a:rPr>
              <a:t>M</a:t>
            </a:r>
            <a:r>
              <a:rPr lang="en-US" sz="2400" dirty="0">
                <a:effectLst/>
                <a:latin typeface="Calibri" panose="020F0502020204030204" pitchFamily="34" charset="0"/>
                <a:ea typeface="Calibri" panose="020F0502020204030204" pitchFamily="34" charset="0"/>
                <a:cs typeface="Calibri" panose="020F0502020204030204" pitchFamily="34" charset="0"/>
              </a:rPr>
              <a:t>ost robust prequal, does a very thorough analysis, very much like surety.  Less customization and some GC’s want to tweak and have final say where vertical will actually say pass or fail relative to the award.  (SDI Carrier preferred)</a:t>
            </a:r>
          </a:p>
          <a:p>
            <a:pPr marL="285750" indent="-285750">
              <a:buFont typeface="Arial" panose="020B0604020202020204" pitchFamily="34" charset="0"/>
              <a:buChar char="•"/>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US" sz="20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94862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Items GC’s need to Consider</a:t>
            </a:r>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6</a:t>
            </a:fld>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p:txBody>
          <a:bodyPr>
            <a:normAutofit/>
          </a:bodyPr>
          <a:lstStyle/>
          <a:p>
            <a:pPr marL="285750" indent="-285750">
              <a:buFont typeface="Arial" panose="020B0604020202020204" pitchFamily="34" charset="0"/>
              <a:buChar char="•"/>
            </a:pPr>
            <a:endParaRPr lang="en-US" sz="2000" b="1"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Limit Determination</a:t>
            </a: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Subcontractor Project Concentration</a:t>
            </a: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Excluded Subcontractors</a:t>
            </a: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How to sell to Owners</a:t>
            </a: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Funding of Retention</a:t>
            </a:r>
          </a:p>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How long to recapture profit</a:t>
            </a:r>
          </a:p>
          <a:p>
            <a:pPr marL="285750" indent="-285750">
              <a:buFont typeface="Arial" panose="020B0604020202020204" pitchFamily="34" charset="0"/>
              <a:buChar char="•"/>
            </a:pP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US" sz="20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53759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200" dirty="0"/>
              <a:t>Who are candidates for SDI? </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7</a:t>
            </a:fld>
            <a:endParaRPr lang="en-US" dirty="0"/>
          </a:p>
        </p:txBody>
      </p:sp>
      <p:graphicFrame>
        <p:nvGraphicFramePr>
          <p:cNvPr id="3" name="Content Placeholder 2">
            <a:extLst>
              <a:ext uri="{FF2B5EF4-FFF2-40B4-BE49-F238E27FC236}">
                <a16:creationId xmlns:a16="http://schemas.microsoft.com/office/drawing/2014/main" id="{0C049621-9415-7B4B-12CC-6CEA6419CD95}"/>
              </a:ext>
            </a:extLst>
          </p:cNvPr>
          <p:cNvGraphicFramePr>
            <a:graphicFrameLocks noGrp="1"/>
          </p:cNvGraphicFramePr>
          <p:nvPr>
            <p:ph idx="1"/>
            <p:extLst>
              <p:ext uri="{D42A27DB-BD31-4B8C-83A1-F6EECF244321}">
                <p14:modId xmlns:p14="http://schemas.microsoft.com/office/powerpoint/2010/main" val="1922237718"/>
              </p:ext>
            </p:extLst>
          </p:nvPr>
        </p:nvGraphicFramePr>
        <p:xfrm>
          <a:off x="620917" y="142698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096087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Subcontractor Prequalification Under SDI </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12"/>
          </p:nvPr>
        </p:nvSpPr>
        <p:spPr>
          <a:xfrm>
            <a:off x="11311820" y="6313486"/>
            <a:ext cx="618066" cy="365125"/>
          </a:xfrm>
          <a:prstGeom prst="rect">
            <a:avLst/>
          </a:prstGeom>
        </p:spPr>
        <p:txBody>
          <a:bodyPr vert="horz" lIns="91440" tIns="45720" rIns="91440" bIns="45720" rtlCol="0" anchor="ctr"/>
          <a:lstStyle>
            <a:defPPr>
              <a:defRPr lang="en-US"/>
            </a:defPPr>
            <a:lvl1pPr marL="0" algn="r" defTabSz="914400" rtl="0" eaLnBrk="1" latinLnBrk="0" hangingPunct="1">
              <a:defRPr sz="1100" b="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6AF507-5BE0-AD45-B8C0-F7B01F444CE4}" type="slidenum">
              <a:rPr lang="en-US" smtClean="0"/>
              <a:pPr/>
              <a:t>8</a:t>
            </a:fld>
            <a:endParaRPr lang="en-US" dirty="0"/>
          </a:p>
        </p:txBody>
      </p:sp>
      <p:sp>
        <p:nvSpPr>
          <p:cNvPr id="5" name="Footer Placeholder 4">
            <a:extLst>
              <a:ext uri="{FF2B5EF4-FFF2-40B4-BE49-F238E27FC236}">
                <a16:creationId xmlns:a16="http://schemas.microsoft.com/office/drawing/2014/main" id="{1B15C382-C9E4-BC46-B843-849713CF5015}"/>
              </a:ext>
            </a:extLst>
          </p:cNvPr>
          <p:cNvSpPr>
            <a:spLocks noGrp="1"/>
          </p:cNvSpPr>
          <p:nvPr>
            <p:ph type="ftr" sz="quarter" idx="3"/>
          </p:nvPr>
        </p:nvSpPr>
        <p:spPr/>
        <p:txBody>
          <a:bodyPr/>
          <a:lstStyle/>
          <a:p>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a:xfrm>
            <a:off x="304799" y="1353313"/>
            <a:ext cx="11625086" cy="4681328"/>
          </a:xfrm>
        </p:spPr>
        <p:txBody>
          <a:bodyPr>
            <a:normAutofit/>
          </a:bodyPr>
          <a:lstStyle/>
          <a:p>
            <a:pPr>
              <a:lnSpc>
                <a:spcPct val="107000"/>
              </a:lnSpc>
              <a:spcBef>
                <a:spcPts val="0"/>
              </a:spcBef>
              <a:spcAft>
                <a:spcPts val="800"/>
              </a:spcAft>
            </a:pPr>
            <a:endParaRPr lang="en-US" sz="2800" kern="1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pPr>
            <a:r>
              <a:rPr lang="en-US" sz="2800" kern="100" dirty="0">
                <a:latin typeface="Calibri" panose="020F0502020204030204" pitchFamily="34" charset="0"/>
                <a:ea typeface="Calibri" panose="020F0502020204030204" pitchFamily="34" charset="0"/>
                <a:cs typeface="Times New Roman" panose="02020603050405020304" pitchFamily="18" charset="0"/>
              </a:rPr>
              <a:t>Under SDI, the </a:t>
            </a: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GC, </a:t>
            </a:r>
            <a:r>
              <a:rPr lang="en-US" sz="2800" u="sng" kern="100" dirty="0">
                <a:effectLst/>
                <a:latin typeface="Calibri" panose="020F0502020204030204" pitchFamily="34" charset="0"/>
                <a:ea typeface="Calibri" panose="020F0502020204030204" pitchFamily="34" charset="0"/>
                <a:cs typeface="Times New Roman" panose="02020603050405020304" pitchFamily="18" charset="0"/>
              </a:rPr>
              <a:t>not the insurer</a:t>
            </a: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 has responsibility to prequalify all enrolled subcontractors</a:t>
            </a:r>
          </a:p>
          <a:p>
            <a:pPr marL="0" indent="0">
              <a:lnSpc>
                <a:spcPct val="107000"/>
              </a:lnSpc>
              <a:spcBef>
                <a:spcPts val="0"/>
              </a:spcBef>
              <a:spcAft>
                <a:spcPts val="800"/>
              </a:spcAft>
              <a:buNone/>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pP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GC basically acts as an underwriter evaluating the risk of potential subcontractors and deciding which to enroll in SDI</a:t>
            </a:r>
          </a:p>
          <a:p>
            <a:pPr marL="0" indent="0">
              <a:lnSpc>
                <a:spcPct val="107000"/>
              </a:lnSpc>
              <a:spcBef>
                <a:spcPts val="0"/>
              </a:spcBef>
              <a:spcAft>
                <a:spcPts val="800"/>
              </a:spcAft>
              <a:buNone/>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847334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latin typeface="Calibri" panose="020F0502020204030204" pitchFamily="34" charset="0"/>
                <a:cs typeface="Calibri" panose="020F0502020204030204" pitchFamily="34" charset="0"/>
              </a:rPr>
              <a:t>What Does Prequalification Cover? </a:t>
            </a:r>
            <a:endParaRPr lang="en-US" dirty="0">
              <a:latin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9</a:t>
            </a:fld>
            <a:endParaRPr lang="en-US" dirty="0"/>
          </a:p>
        </p:txBody>
      </p:sp>
      <p:graphicFrame>
        <p:nvGraphicFramePr>
          <p:cNvPr id="10" name="Content Placeholder 7">
            <a:extLst>
              <a:ext uri="{FF2B5EF4-FFF2-40B4-BE49-F238E27FC236}">
                <a16:creationId xmlns:a16="http://schemas.microsoft.com/office/drawing/2014/main" id="{EB59BFDD-1AAB-A66A-EFA3-E4E388714057}"/>
              </a:ext>
            </a:extLst>
          </p:cNvPr>
          <p:cNvGraphicFramePr>
            <a:graphicFrameLocks noGrp="1"/>
          </p:cNvGraphicFramePr>
          <p:nvPr>
            <p:ph idx="1"/>
            <p:extLst>
              <p:ext uri="{D42A27DB-BD31-4B8C-83A1-F6EECF244321}">
                <p14:modId xmlns:p14="http://schemas.microsoft.com/office/powerpoint/2010/main" val="3004026151"/>
              </p:ext>
            </p:extLst>
          </p:nvPr>
        </p:nvGraphicFramePr>
        <p:xfrm>
          <a:off x="304799" y="1353313"/>
          <a:ext cx="11625086" cy="46813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18329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A1B4-E69E-0D4C-B1C7-7CBC1FEE7F29}"/>
              </a:ext>
            </a:extLst>
          </p:cNvPr>
          <p:cNvSpPr>
            <a:spLocks noGrp="1"/>
          </p:cNvSpPr>
          <p:nvPr>
            <p:ph type="title"/>
          </p:nvPr>
        </p:nvSpPr>
        <p:spPr/>
        <p:txBody>
          <a:bodyPr>
            <a:normAutofit fontScale="90000"/>
          </a:bodyPr>
          <a:lstStyle/>
          <a:p>
            <a:r>
              <a:rPr lang="en-US" sz="3600" dirty="0"/>
              <a:t>Differences Between Surety and SDI </a:t>
            </a:r>
            <a:endParaRPr lang="en-US" dirty="0"/>
          </a:p>
        </p:txBody>
      </p:sp>
      <p:sp>
        <p:nvSpPr>
          <p:cNvPr id="4" name="Slide Number Placeholder 3">
            <a:extLst>
              <a:ext uri="{FF2B5EF4-FFF2-40B4-BE49-F238E27FC236}">
                <a16:creationId xmlns:a16="http://schemas.microsoft.com/office/drawing/2014/main" id="{8459C53F-EC57-0349-B08D-93AE71C3971A}"/>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10</a:t>
            </a:fld>
            <a:endParaRPr lang="en-US" dirty="0"/>
          </a:p>
        </p:txBody>
      </p:sp>
      <p:sp>
        <p:nvSpPr>
          <p:cNvPr id="8" name="Content Placeholder 7">
            <a:extLst>
              <a:ext uri="{FF2B5EF4-FFF2-40B4-BE49-F238E27FC236}">
                <a16:creationId xmlns:a16="http://schemas.microsoft.com/office/drawing/2014/main" id="{B26DE638-B050-734A-9F69-BE39E4B88FF7}"/>
              </a:ext>
            </a:extLst>
          </p:cNvPr>
          <p:cNvSpPr>
            <a:spLocks noGrp="1"/>
          </p:cNvSpPr>
          <p:nvPr>
            <p:ph idx="1"/>
          </p:nvPr>
        </p:nvSpPr>
        <p:spPr>
          <a:xfrm>
            <a:off x="304799" y="1353313"/>
            <a:ext cx="11625086" cy="4681328"/>
          </a:xfrm>
        </p:spPr>
        <p:txBody>
          <a:bodyPr>
            <a:normAutofit/>
          </a:bodyPr>
          <a:lstStyle/>
          <a:p>
            <a:pPr marL="0" indent="0">
              <a:lnSpc>
                <a:spcPct val="107000"/>
              </a:lnSpc>
              <a:spcBef>
                <a:spcPts val="0"/>
              </a:spcBef>
              <a:spcAft>
                <a:spcPts val="800"/>
              </a:spcAft>
              <a:buNone/>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pPr>
            <a:endParaRPr lang="en-US" sz="2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0000"/>
              </a:lnSpc>
              <a:spcBef>
                <a:spcPts val="0"/>
              </a:spcBef>
              <a:spcAft>
                <a:spcPts val="1200"/>
              </a:spcAft>
            </a:pPr>
            <a:endParaRPr lang="en-US" sz="2000" dirty="0">
              <a:solidFill>
                <a:srgbClr val="53565A"/>
              </a:solidFill>
              <a:ea typeface="Roboto Light" panose="02000000000000000000" pitchFamily="2" charset="0"/>
              <a:cs typeface="Open Sans Light" panose="020B0306030504020204" pitchFamily="34" charset="0"/>
            </a:endParaRPr>
          </a:p>
        </p:txBody>
      </p:sp>
      <p:graphicFrame>
        <p:nvGraphicFramePr>
          <p:cNvPr id="3" name="Table 5">
            <a:extLst>
              <a:ext uri="{FF2B5EF4-FFF2-40B4-BE49-F238E27FC236}">
                <a16:creationId xmlns:a16="http://schemas.microsoft.com/office/drawing/2014/main" id="{9CE261DD-6CFB-2377-50CD-B2482733734E}"/>
              </a:ext>
            </a:extLst>
          </p:cNvPr>
          <p:cNvGraphicFramePr>
            <a:graphicFrameLocks noGrp="1"/>
          </p:cNvGraphicFramePr>
          <p:nvPr>
            <p:extLst>
              <p:ext uri="{D42A27DB-BD31-4B8C-83A1-F6EECF244321}">
                <p14:modId xmlns:p14="http://schemas.microsoft.com/office/powerpoint/2010/main" val="2077382319"/>
              </p:ext>
            </p:extLst>
          </p:nvPr>
        </p:nvGraphicFramePr>
        <p:xfrm>
          <a:off x="1006866" y="1099566"/>
          <a:ext cx="9935112" cy="5488240"/>
        </p:xfrm>
        <a:graphic>
          <a:graphicData uri="http://schemas.openxmlformats.org/drawingml/2006/table">
            <a:tbl>
              <a:tblPr firstRow="1" bandRow="1">
                <a:tableStyleId>{5C22544A-7EE6-4342-B048-85BDC9FD1C3A}</a:tableStyleId>
              </a:tblPr>
              <a:tblGrid>
                <a:gridCol w="3311704">
                  <a:extLst>
                    <a:ext uri="{9D8B030D-6E8A-4147-A177-3AD203B41FA5}">
                      <a16:colId xmlns:a16="http://schemas.microsoft.com/office/drawing/2014/main" val="897992326"/>
                    </a:ext>
                  </a:extLst>
                </a:gridCol>
                <a:gridCol w="3311704">
                  <a:extLst>
                    <a:ext uri="{9D8B030D-6E8A-4147-A177-3AD203B41FA5}">
                      <a16:colId xmlns:a16="http://schemas.microsoft.com/office/drawing/2014/main" val="1198149841"/>
                    </a:ext>
                  </a:extLst>
                </a:gridCol>
                <a:gridCol w="3311704">
                  <a:extLst>
                    <a:ext uri="{9D8B030D-6E8A-4147-A177-3AD203B41FA5}">
                      <a16:colId xmlns:a16="http://schemas.microsoft.com/office/drawing/2014/main" val="1216944034"/>
                    </a:ext>
                  </a:extLst>
                </a:gridCol>
              </a:tblGrid>
              <a:tr h="677024">
                <a:tc>
                  <a:txBody>
                    <a:bodyPr/>
                    <a:lstStyle/>
                    <a:p>
                      <a:r>
                        <a:rPr lang="en-US" dirty="0"/>
                        <a:t>Issue</a:t>
                      </a:r>
                    </a:p>
                  </a:txBody>
                  <a:tcPr/>
                </a:tc>
                <a:tc>
                  <a:txBody>
                    <a:bodyPr/>
                    <a:lstStyle/>
                    <a:p>
                      <a:r>
                        <a:rPr lang="en-US" dirty="0"/>
                        <a:t>Bonds</a:t>
                      </a:r>
                    </a:p>
                  </a:txBody>
                  <a:tcPr/>
                </a:tc>
                <a:tc>
                  <a:txBody>
                    <a:bodyPr/>
                    <a:lstStyle/>
                    <a:p>
                      <a:r>
                        <a:rPr lang="en-US" dirty="0"/>
                        <a:t>SDI</a:t>
                      </a:r>
                    </a:p>
                  </a:txBody>
                  <a:tcPr/>
                </a:tc>
                <a:extLst>
                  <a:ext uri="{0D108BD9-81ED-4DB2-BD59-A6C34878D82A}">
                    <a16:rowId xmlns:a16="http://schemas.microsoft.com/office/drawing/2014/main" val="125548327"/>
                  </a:ext>
                </a:extLst>
              </a:tr>
              <a:tr h="677024">
                <a:tc>
                  <a:txBody>
                    <a:bodyPr/>
                    <a:lstStyle/>
                    <a:p>
                      <a:r>
                        <a:rPr lang="en-US" b="1" dirty="0"/>
                        <a:t>Prequalification</a:t>
                      </a:r>
                    </a:p>
                  </a:txBody>
                  <a:tcPr/>
                </a:tc>
                <a:tc>
                  <a:txBody>
                    <a:bodyPr/>
                    <a:lstStyle/>
                    <a:p>
                      <a:r>
                        <a:rPr lang="en-US" dirty="0"/>
                        <a:t>Conducted by surety</a:t>
                      </a:r>
                    </a:p>
                  </a:txBody>
                  <a:tcPr/>
                </a:tc>
                <a:tc>
                  <a:txBody>
                    <a:bodyPr/>
                    <a:lstStyle/>
                    <a:p>
                      <a:r>
                        <a:rPr lang="en-US" dirty="0"/>
                        <a:t>Conducted by GC</a:t>
                      </a:r>
                    </a:p>
                  </a:txBody>
                  <a:tcPr/>
                </a:tc>
                <a:extLst>
                  <a:ext uri="{0D108BD9-81ED-4DB2-BD59-A6C34878D82A}">
                    <a16:rowId xmlns:a16="http://schemas.microsoft.com/office/drawing/2014/main" val="3813264429"/>
                  </a:ext>
                </a:extLst>
              </a:tr>
              <a:tr h="677024">
                <a:tc>
                  <a:txBody>
                    <a:bodyPr/>
                    <a:lstStyle/>
                    <a:p>
                      <a:r>
                        <a:rPr lang="en-US" b="1" dirty="0"/>
                        <a:t>Risk</a:t>
                      </a:r>
                    </a:p>
                  </a:txBody>
                  <a:tcPr/>
                </a:tc>
                <a:tc>
                  <a:txBody>
                    <a:bodyPr/>
                    <a:lstStyle/>
                    <a:p>
                      <a:r>
                        <a:rPr lang="en-US" dirty="0"/>
                        <a:t>Surety bears risk for obligee’s performance (basically first dollar coverage)</a:t>
                      </a:r>
                    </a:p>
                  </a:txBody>
                  <a:tcPr/>
                </a:tc>
                <a:tc>
                  <a:txBody>
                    <a:bodyPr/>
                    <a:lstStyle/>
                    <a:p>
                      <a:r>
                        <a:rPr lang="en-US" dirty="0"/>
                        <a:t>Risk shared by GC and insurer (GC pays deductible and co-pay)</a:t>
                      </a:r>
                    </a:p>
                  </a:txBody>
                  <a:tcPr/>
                </a:tc>
                <a:extLst>
                  <a:ext uri="{0D108BD9-81ED-4DB2-BD59-A6C34878D82A}">
                    <a16:rowId xmlns:a16="http://schemas.microsoft.com/office/drawing/2014/main" val="3928138343"/>
                  </a:ext>
                </a:extLst>
              </a:tr>
              <a:tr h="677024">
                <a:tc>
                  <a:txBody>
                    <a:bodyPr/>
                    <a:lstStyle/>
                    <a:p>
                      <a:r>
                        <a:rPr lang="en-US" b="1" dirty="0"/>
                        <a:t>Default Response</a:t>
                      </a:r>
                    </a:p>
                  </a:txBody>
                  <a:tcPr/>
                </a:tc>
                <a:tc>
                  <a:txBody>
                    <a:bodyPr/>
                    <a:lstStyle/>
                    <a:p>
                      <a:r>
                        <a:rPr lang="en-US" dirty="0"/>
                        <a:t>Surety controls</a:t>
                      </a:r>
                    </a:p>
                  </a:txBody>
                  <a:tcPr/>
                </a:tc>
                <a:tc>
                  <a:txBody>
                    <a:bodyPr/>
                    <a:lstStyle/>
                    <a:p>
                      <a:r>
                        <a:rPr lang="en-US" dirty="0"/>
                        <a:t>GC controls</a:t>
                      </a:r>
                    </a:p>
                  </a:txBody>
                  <a:tcPr/>
                </a:tc>
                <a:extLst>
                  <a:ext uri="{0D108BD9-81ED-4DB2-BD59-A6C34878D82A}">
                    <a16:rowId xmlns:a16="http://schemas.microsoft.com/office/drawing/2014/main" val="4159290989"/>
                  </a:ext>
                </a:extLst>
              </a:tr>
              <a:tr h="677024">
                <a:tc>
                  <a:txBody>
                    <a:bodyPr/>
                    <a:lstStyle/>
                    <a:p>
                      <a:r>
                        <a:rPr lang="en-US" b="1" dirty="0"/>
                        <a:t>Loss payment</a:t>
                      </a:r>
                    </a:p>
                  </a:txBody>
                  <a:tcPr/>
                </a:tc>
                <a:tc>
                  <a:txBody>
                    <a:bodyPr/>
                    <a:lstStyle/>
                    <a:p>
                      <a:r>
                        <a:rPr lang="en-US" dirty="0"/>
                        <a:t>Surety’s liability capped at penal sum</a:t>
                      </a:r>
                    </a:p>
                  </a:txBody>
                  <a:tcPr/>
                </a:tc>
                <a:tc>
                  <a:txBody>
                    <a:bodyPr/>
                    <a:lstStyle/>
                    <a:p>
                      <a:r>
                        <a:rPr lang="en-US" dirty="0"/>
                        <a:t>Can get up to 3x contract value</a:t>
                      </a:r>
                    </a:p>
                  </a:txBody>
                  <a:tcPr/>
                </a:tc>
                <a:extLst>
                  <a:ext uri="{0D108BD9-81ED-4DB2-BD59-A6C34878D82A}">
                    <a16:rowId xmlns:a16="http://schemas.microsoft.com/office/drawing/2014/main" val="3772734411"/>
                  </a:ext>
                </a:extLst>
              </a:tr>
              <a:tr h="898030">
                <a:tc>
                  <a:txBody>
                    <a:bodyPr/>
                    <a:lstStyle/>
                    <a:p>
                      <a:r>
                        <a:rPr lang="en-US" b="1" dirty="0"/>
                        <a:t>Confidentiality of sub info</a:t>
                      </a:r>
                    </a:p>
                  </a:txBody>
                  <a:tcPr/>
                </a:tc>
                <a:tc>
                  <a:txBody>
                    <a:bodyPr/>
                    <a:lstStyle/>
                    <a:p>
                      <a:r>
                        <a:rPr lang="en-US" dirty="0"/>
                        <a:t>Sub expects to divulge confidential info (financial) to surety</a:t>
                      </a:r>
                    </a:p>
                  </a:txBody>
                  <a:tcPr/>
                </a:tc>
                <a:tc>
                  <a:txBody>
                    <a:bodyPr/>
                    <a:lstStyle/>
                    <a:p>
                      <a:r>
                        <a:rPr lang="en-US" dirty="0"/>
                        <a:t>Sub may be wary of giving confidential info to a GC</a:t>
                      </a:r>
                    </a:p>
                  </a:txBody>
                  <a:tcPr/>
                </a:tc>
                <a:extLst>
                  <a:ext uri="{0D108BD9-81ED-4DB2-BD59-A6C34878D82A}">
                    <a16:rowId xmlns:a16="http://schemas.microsoft.com/office/drawing/2014/main" val="262356138"/>
                  </a:ext>
                </a:extLst>
              </a:tr>
              <a:tr h="677024">
                <a:tc>
                  <a:txBody>
                    <a:bodyPr/>
                    <a:lstStyle/>
                    <a:p>
                      <a:r>
                        <a:rPr lang="en-US" b="1" dirty="0"/>
                        <a:t>Subrogation</a:t>
                      </a:r>
                    </a:p>
                  </a:txBody>
                  <a:tcPr/>
                </a:tc>
                <a:tc>
                  <a:txBody>
                    <a:bodyPr/>
                    <a:lstStyle/>
                    <a:p>
                      <a:r>
                        <a:rPr lang="en-US" dirty="0"/>
                        <a:t>GC and indemnitors must indemnify surety</a:t>
                      </a:r>
                    </a:p>
                  </a:txBody>
                  <a:tcPr/>
                </a:tc>
                <a:tc>
                  <a:txBody>
                    <a:bodyPr/>
                    <a:lstStyle/>
                    <a:p>
                      <a:r>
                        <a:rPr lang="en-US" dirty="0"/>
                        <a:t>Insurer pursues subrogation against sub</a:t>
                      </a:r>
                    </a:p>
                  </a:txBody>
                  <a:tcPr/>
                </a:tc>
                <a:extLst>
                  <a:ext uri="{0D108BD9-81ED-4DB2-BD59-A6C34878D82A}">
                    <a16:rowId xmlns:a16="http://schemas.microsoft.com/office/drawing/2014/main" val="4184003394"/>
                  </a:ext>
                </a:extLst>
              </a:tr>
            </a:tbl>
          </a:graphicData>
        </a:graphic>
      </p:graphicFrame>
    </p:spTree>
    <p:extLst>
      <p:ext uri="{BB962C8B-B14F-4D97-AF65-F5344CB8AC3E}">
        <p14:creationId xmlns:p14="http://schemas.microsoft.com/office/powerpoint/2010/main" val="2929764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8F9C9-5395-C1CB-2532-1E369674E25A}"/>
              </a:ext>
            </a:extLst>
          </p:cNvPr>
          <p:cNvSpPr>
            <a:spLocks noGrp="1"/>
          </p:cNvSpPr>
          <p:nvPr>
            <p:ph type="title"/>
          </p:nvPr>
        </p:nvSpPr>
        <p:spPr/>
        <p:txBody>
          <a:bodyPr>
            <a:normAutofit fontScale="90000"/>
          </a:bodyPr>
          <a:lstStyle/>
          <a:p>
            <a:r>
              <a:rPr lang="en-US" sz="3200" dirty="0"/>
              <a:t>SDI vs. Surety – Trade-Offs</a:t>
            </a:r>
            <a:endParaRPr lang="en-US" dirty="0"/>
          </a:p>
        </p:txBody>
      </p:sp>
      <p:sp>
        <p:nvSpPr>
          <p:cNvPr id="3" name="Content Placeholder 2">
            <a:extLst>
              <a:ext uri="{FF2B5EF4-FFF2-40B4-BE49-F238E27FC236}">
                <a16:creationId xmlns:a16="http://schemas.microsoft.com/office/drawing/2014/main" id="{45D630AB-4C97-643E-2FBD-DCB66917E8E0}"/>
              </a:ext>
            </a:extLst>
          </p:cNvPr>
          <p:cNvSpPr>
            <a:spLocks noGrp="1"/>
          </p:cNvSpPr>
          <p:nvPr>
            <p:ph idx="1"/>
          </p:nvPr>
        </p:nvSpPr>
        <p:spPr/>
        <p:txBody>
          <a:bodyPr>
            <a:normAutofit lnSpcReduction="10000"/>
          </a:bodyPr>
          <a:lstStyle/>
          <a:p>
            <a:r>
              <a:rPr lang="en-US" sz="2800" dirty="0">
                <a:latin typeface="Calibri" panose="020F0502020204030204" pitchFamily="34" charset="0"/>
                <a:cs typeface="Calibri" panose="020F0502020204030204" pitchFamily="34" charset="0"/>
              </a:rPr>
              <a:t>GC has responsibilities it would not have if subs were bonded</a:t>
            </a:r>
          </a:p>
          <a:p>
            <a:r>
              <a:rPr lang="en-US" sz="2800" dirty="0">
                <a:latin typeface="Calibri" panose="020F0502020204030204" pitchFamily="34" charset="0"/>
                <a:cs typeface="Calibri" panose="020F0502020204030204" pitchFamily="34" charset="0"/>
              </a:rPr>
              <a:t>GC incurs administrative costs for the program plus deductibles and co-pays</a:t>
            </a:r>
          </a:p>
          <a:p>
            <a:pPr marL="0" indent="0">
              <a:buNone/>
            </a:pPr>
            <a:endParaRPr lang="en-US" sz="2800" dirty="0">
              <a:latin typeface="Calibri" panose="020F0502020204030204" pitchFamily="34" charset="0"/>
              <a:cs typeface="Calibri" panose="020F0502020204030204" pitchFamily="34" charset="0"/>
            </a:endParaRPr>
          </a:p>
          <a:p>
            <a:pPr marL="0" indent="0">
              <a:buNone/>
            </a:pPr>
            <a:r>
              <a:rPr lang="en-US" sz="2800" dirty="0">
                <a:latin typeface="Calibri" panose="020F0502020204030204" pitchFamily="34" charset="0"/>
                <a:cs typeface="Calibri" panose="020F0502020204030204" pitchFamily="34" charset="0"/>
              </a:rPr>
              <a:t>But:</a:t>
            </a:r>
          </a:p>
          <a:p>
            <a:r>
              <a:rPr lang="en-US" sz="2800" b="1" dirty="0">
                <a:latin typeface="Calibri" panose="020F0502020204030204" pitchFamily="34" charset="0"/>
                <a:cs typeface="Calibri" panose="020F0502020204030204" pitchFamily="34" charset="0"/>
              </a:rPr>
              <a:t>Default Response </a:t>
            </a:r>
            <a:r>
              <a:rPr lang="en-US" sz="2800" dirty="0">
                <a:latin typeface="Calibri" panose="020F0502020204030204" pitchFamily="34" charset="0"/>
                <a:cs typeface="Calibri" panose="020F0502020204030204" pitchFamily="34" charset="0"/>
              </a:rPr>
              <a:t>– GC controls response to subcontractor default; response can be immediate</a:t>
            </a:r>
          </a:p>
          <a:p>
            <a:r>
              <a:rPr lang="en-US" sz="2800" b="1" dirty="0">
                <a:latin typeface="Calibri" panose="020F0502020204030204" pitchFamily="34" charset="0"/>
                <a:cs typeface="Calibri" panose="020F0502020204030204" pitchFamily="34" charset="0"/>
              </a:rPr>
              <a:t>Broader coverage than bonds </a:t>
            </a:r>
            <a:r>
              <a:rPr lang="en-US" sz="2800" dirty="0">
                <a:latin typeface="Calibri" panose="020F0502020204030204" pitchFamily="34" charset="0"/>
                <a:cs typeface="Calibri" panose="020F0502020204030204" pitchFamily="34" charset="0"/>
              </a:rPr>
              <a:t>– indirect costs, acceleration, liquidated damages, legal fees</a:t>
            </a:r>
          </a:p>
          <a:p>
            <a:r>
              <a:rPr lang="en-US" sz="2800" b="1" dirty="0">
                <a:latin typeface="Calibri" panose="020F0502020204030204" pitchFamily="34" charset="0"/>
                <a:cs typeface="Calibri" panose="020F0502020204030204" pitchFamily="34" charset="0"/>
              </a:rPr>
              <a:t>Financial upside </a:t>
            </a:r>
            <a:r>
              <a:rPr lang="en-US" sz="2800" dirty="0">
                <a:latin typeface="Calibri" panose="020F0502020204030204" pitchFamily="34" charset="0"/>
                <a:cs typeface="Calibri" panose="020F0502020204030204" pitchFamily="34" charset="0"/>
              </a:rPr>
              <a:t>– higher margins if no defaults; retentions are a pass-through cost charged to Owner</a:t>
            </a:r>
          </a:p>
          <a:p>
            <a:pPr marL="0" indent="0">
              <a:buNone/>
            </a:pPr>
            <a:endParaRPr lang="en-US" dirty="0"/>
          </a:p>
        </p:txBody>
      </p:sp>
      <p:sp>
        <p:nvSpPr>
          <p:cNvPr id="4" name="Footer Placeholder 3">
            <a:extLst>
              <a:ext uri="{FF2B5EF4-FFF2-40B4-BE49-F238E27FC236}">
                <a16:creationId xmlns:a16="http://schemas.microsoft.com/office/drawing/2014/main" id="{A62E9238-4748-6AB7-F491-65143C2380A9}"/>
              </a:ext>
            </a:extLst>
          </p:cNvPr>
          <p:cNvSpPr>
            <a:spLocks noGrp="1"/>
          </p:cNvSpPr>
          <p:nvPr>
            <p:ph type="ftr" sz="quarter" idx="3"/>
          </p:nvPr>
        </p:nvSpPr>
        <p:spPr/>
        <p:txBody>
          <a:bodyPr/>
          <a:lstStyle/>
          <a:p>
            <a:endParaRPr lang="en-US" dirty="0"/>
          </a:p>
        </p:txBody>
      </p:sp>
    </p:spTree>
    <p:extLst>
      <p:ext uri="{BB962C8B-B14F-4D97-AF65-F5344CB8AC3E}">
        <p14:creationId xmlns:p14="http://schemas.microsoft.com/office/powerpoint/2010/main" val="39472371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5B660-0B86-3995-EC40-DE8F7D132800}"/>
              </a:ext>
            </a:extLst>
          </p:cNvPr>
          <p:cNvSpPr>
            <a:spLocks noGrp="1"/>
          </p:cNvSpPr>
          <p:nvPr>
            <p:ph type="title"/>
          </p:nvPr>
        </p:nvSpPr>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6DF9FACD-63C5-10CD-5A17-E7DE5E64D84B}"/>
              </a:ext>
            </a:extLst>
          </p:cNvPr>
          <p:cNvSpPr>
            <a:spLocks noGrp="1"/>
          </p:cNvSpPr>
          <p:nvPr>
            <p:ph idx="1"/>
          </p:nvPr>
        </p:nvSpPr>
        <p:spPr/>
        <p:txBody>
          <a:bodyPr>
            <a:normAutofit/>
          </a:bodyPr>
          <a:lstStyle/>
          <a:p>
            <a:pPr marL="0" indent="0" algn="ctr">
              <a:buNone/>
            </a:pPr>
            <a:endParaRPr lang="en-US" sz="5400" dirty="0"/>
          </a:p>
          <a:p>
            <a:pPr marL="0" indent="0" algn="ctr">
              <a:buNone/>
            </a:pPr>
            <a:endParaRPr lang="en-US" sz="5400" dirty="0"/>
          </a:p>
          <a:p>
            <a:pPr marL="0" indent="0" algn="ctr">
              <a:buNone/>
            </a:pPr>
            <a:r>
              <a:rPr lang="en-US" sz="5400" b="1" dirty="0"/>
              <a:t>Questions?</a:t>
            </a:r>
          </a:p>
        </p:txBody>
      </p:sp>
      <p:sp>
        <p:nvSpPr>
          <p:cNvPr id="4" name="Slide Number Placeholder 3">
            <a:extLst>
              <a:ext uri="{FF2B5EF4-FFF2-40B4-BE49-F238E27FC236}">
                <a16:creationId xmlns:a16="http://schemas.microsoft.com/office/drawing/2014/main" id="{DE2809EE-5898-BD21-F61F-5831669EFA3F}"/>
              </a:ext>
            </a:extLst>
          </p:cNvPr>
          <p:cNvSpPr>
            <a:spLocks noGrp="1"/>
          </p:cNvSpPr>
          <p:nvPr>
            <p:ph type="sldNum" sz="quarter" idx="4294967295"/>
          </p:nvPr>
        </p:nvSpPr>
        <p:spPr>
          <a:xfrm>
            <a:off x="11311820" y="6313486"/>
            <a:ext cx="618066" cy="365125"/>
          </a:xfrm>
        </p:spPr>
        <p:txBody>
          <a:bodyPr/>
          <a:lstStyle/>
          <a:p>
            <a:fld id="{196AF507-5BE0-AD45-B8C0-F7B01F444CE4}" type="slidenum">
              <a:rPr lang="en-US" smtClean="0"/>
              <a:t>12</a:t>
            </a:fld>
            <a:endParaRPr lang="en-US" dirty="0"/>
          </a:p>
        </p:txBody>
      </p:sp>
    </p:spTree>
    <p:extLst>
      <p:ext uri="{BB962C8B-B14F-4D97-AF65-F5344CB8AC3E}">
        <p14:creationId xmlns:p14="http://schemas.microsoft.com/office/powerpoint/2010/main" val="260484974"/>
      </p:ext>
    </p:extLst>
  </p:cSld>
  <p:clrMapOvr>
    <a:masterClrMapping/>
  </p:clrMapOvr>
</p:sld>
</file>

<file path=ppt/theme/theme1.xml><?xml version="1.0" encoding="utf-8"?>
<a:theme xmlns:a="http://schemas.openxmlformats.org/drawingml/2006/main" name="Office Theme">
  <a:themeElements>
    <a:clrScheme name="EPIC Refreshed Brand 2020 1">
      <a:dk1>
        <a:srgbClr val="101820"/>
      </a:dk1>
      <a:lt1>
        <a:srgbClr val="FFFFFF"/>
      </a:lt1>
      <a:dk2>
        <a:srgbClr val="003B5C"/>
      </a:dk2>
      <a:lt2>
        <a:srgbClr val="FFFFFF"/>
      </a:lt2>
      <a:accent1>
        <a:srgbClr val="004B87"/>
      </a:accent1>
      <a:accent2>
        <a:srgbClr val="FFBF3F"/>
      </a:accent2>
      <a:accent3>
        <a:srgbClr val="535659"/>
      </a:accent3>
      <a:accent4>
        <a:srgbClr val="888B8D"/>
      </a:accent4>
      <a:accent5>
        <a:srgbClr val="005EB8"/>
      </a:accent5>
      <a:accent6>
        <a:srgbClr val="C8C9C7"/>
      </a:accent6>
      <a:hlink>
        <a:srgbClr val="004B87"/>
      </a:hlink>
      <a:folHlink>
        <a:srgbClr val="004B87"/>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4"/>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0d834828-4a42-4467-a1af-66e88b560871">X6C5PRF4TK7V-1491509451-86099</_dlc_DocId>
    <_dlc_DocIdUrl xmlns="0d834828-4a42-4467-a1af-66e88b560871">
      <Url>https://edgewoodpartnerinsuranc1.sharepoint.com/sites/MarketingFileShare/_layouts/15/DocIdRedir.aspx?ID=X6C5PRF4TK7V-1491509451-86099</Url>
      <Description>X6C5PRF4TK7V-1491509451-86099</Description>
    </_dlc_DocIdUrl>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Document" ma:contentTypeID="0x0101002AF9E25377BF2848800BB1E17F71FE1E" ma:contentTypeVersion="13" ma:contentTypeDescription="Create a new document." ma:contentTypeScope="" ma:versionID="5f306d5fa07088d7ea6e9c07fcbe1a6a">
  <xsd:schema xmlns:xsd="http://www.w3.org/2001/XMLSchema" xmlns:xs="http://www.w3.org/2001/XMLSchema" xmlns:p="http://schemas.microsoft.com/office/2006/metadata/properties" xmlns:ns2="0d834828-4a42-4467-a1af-66e88b560871" xmlns:ns3="fc8c8bd0-849d-4033-b80e-e6b349f0a245" targetNamespace="http://schemas.microsoft.com/office/2006/metadata/properties" ma:root="true" ma:fieldsID="86b3f4d804d6538d55e4127caf5a2504" ns2:_="" ns3:_="">
    <xsd:import namespace="0d834828-4a42-4467-a1af-66e88b560871"/>
    <xsd:import namespace="fc8c8bd0-849d-4033-b80e-e6b349f0a245"/>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ServiceGenerationTime" minOccurs="0"/>
                <xsd:element ref="ns3:MediaServiceEventHashCode" minOccurs="0"/>
                <xsd:element ref="ns2:SharedWithUsers" minOccurs="0"/>
                <xsd:element ref="ns2:SharedWithDetails" minOccurs="0"/>
                <xsd:element ref="ns3:MediaServiceOCR"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d834828-4a42-4467-a1af-66e88b560871"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c8c8bd0-849d-4033-b80e-e6b349f0a245"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MediaServiceLocation" ma:index="22"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04BD89E-93D0-4F1C-A23F-B5DAC368240E}">
  <ds:schemaRefs>
    <ds:schemaRef ds:uri="http://schemas.microsoft.com/sharepoint/events"/>
  </ds:schemaRefs>
</ds:datastoreItem>
</file>

<file path=customXml/itemProps2.xml><?xml version="1.0" encoding="utf-8"?>
<ds:datastoreItem xmlns:ds="http://schemas.openxmlformats.org/officeDocument/2006/customXml" ds:itemID="{53877F4B-917D-4F76-AF58-2E6B9778B748}">
  <ds:schemaRefs>
    <ds:schemaRef ds:uri="http://purl.org/dc/elements/1.1/"/>
    <ds:schemaRef ds:uri="http://schemas.microsoft.com/office/2006/documentManagement/types"/>
    <ds:schemaRef ds:uri="http://purl.org/dc/terms/"/>
    <ds:schemaRef ds:uri="http://schemas.microsoft.com/office/infopath/2007/PartnerControls"/>
    <ds:schemaRef ds:uri="http://www.w3.org/XML/1998/namespace"/>
    <ds:schemaRef ds:uri="fc8c8bd0-849d-4033-b80e-e6b349f0a245"/>
    <ds:schemaRef ds:uri="http://schemas.openxmlformats.org/package/2006/metadata/core-properties"/>
    <ds:schemaRef ds:uri="0d834828-4a42-4467-a1af-66e88b560871"/>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4AC9D023-FA22-494C-BB5E-134EBEF0709A}">
  <ds:schemaRefs>
    <ds:schemaRef ds:uri="http://schemas.microsoft.com/sharepoint/v3/contenttype/forms"/>
  </ds:schemaRefs>
</ds:datastoreItem>
</file>

<file path=customXml/itemProps4.xml><?xml version="1.0" encoding="utf-8"?>
<ds:datastoreItem xmlns:ds="http://schemas.openxmlformats.org/officeDocument/2006/customXml" ds:itemID="{3B1D707F-86D5-4126-82B2-846B1AE2A2A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d834828-4a42-4467-a1af-66e88b560871"/>
    <ds:schemaRef ds:uri="fc8c8bd0-849d-4033-b80e-e6b349f0a2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26529</TotalTime>
  <Words>725</Words>
  <Application>Microsoft Office PowerPoint</Application>
  <PresentationFormat>Widescreen</PresentationFormat>
  <Paragraphs>131</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Century Gothic</vt:lpstr>
      <vt:lpstr>Wingdings</vt:lpstr>
      <vt:lpstr>Office Theme</vt:lpstr>
      <vt:lpstr>Subcontractor Default Insurance (SDI)</vt:lpstr>
      <vt:lpstr>What is Subcontractor Default Insurance (SDI)?</vt:lpstr>
      <vt:lpstr>SDI Relationship Structure</vt:lpstr>
      <vt:lpstr>What SDI Covers</vt:lpstr>
      <vt:lpstr>Prequalification Firms</vt:lpstr>
      <vt:lpstr>Items GC’s need to Consider</vt:lpstr>
      <vt:lpstr>Who are candidates for SDI? </vt:lpstr>
      <vt:lpstr>Subcontractor Prequalification Under SDI </vt:lpstr>
      <vt:lpstr>What Does Prequalification Cover? </vt:lpstr>
      <vt:lpstr>Differences Between Surety and SDI </vt:lpstr>
      <vt:lpstr>SDI vs. Surety – Trade-Offs</vt:lpstr>
      <vt:lpstr>PowerPoint Presentation</vt:lpstr>
    </vt:vector>
  </TitlesOfParts>
  <Manager/>
  <Company>EPIC Insurance Brokers &amp; Consultants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 PowerPoint Presentation Template</dc:title>
  <dc:subject/>
  <dc:creator>Jonathan Gardner</dc:creator>
  <cp:keywords/>
  <dc:description/>
  <cp:lastModifiedBy>Aaron Lavespere</cp:lastModifiedBy>
  <cp:revision>115</cp:revision>
  <cp:lastPrinted>2023-08-14T15:13:25Z</cp:lastPrinted>
  <dcterms:created xsi:type="dcterms:W3CDTF">2020-06-22T15:44:25Z</dcterms:created>
  <dcterms:modified xsi:type="dcterms:W3CDTF">2023-09-05T15:31:09Z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0x0101002AF9E25377BF2848800BB1E17F71FE1E</vt:lpwstr>
  </property>
  <property fmtid="{D5CDD505-2E9C-101B-9397-08002B2CF9AE}" pid="3" name="Order">
    <vt:r8>500</vt:r8>
  </property>
  <property fmtid="{D5CDD505-2E9C-101B-9397-08002B2CF9AE}" pid="4" name="_dlc_DocIdItemGuid">
    <vt:lpwstr>262d7fd6-a75e-43e2-bf51-3e21c0a122b4</vt:lpwstr>
  </property>
</Properties>
</file>