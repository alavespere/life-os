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svg" ContentType="image/svg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3.xml" ContentType="application/vnd.openxmlformats-officedocument.theme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theme/theme4.xml" ContentType="application/vnd.openxmlformats-officedocument.theme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996" r:id="rId4"/>
    <p:sldMasterId id="2147483648" r:id="rId5"/>
    <p:sldMasterId id="2147484022" r:id="rId6"/>
    <p:sldMasterId id="2147484048" r:id="rId7"/>
    <p:sldMasterId id="2147484074" r:id="rId8"/>
  </p:sldMasterIdLst>
  <p:notesMasterIdLst>
    <p:notesMasterId r:id="rId17"/>
  </p:notesMasterIdLst>
  <p:sldIdLst>
    <p:sldId id="598" r:id="rId9"/>
    <p:sldId id="601" r:id="rId10"/>
    <p:sldId id="600" r:id="rId11"/>
    <p:sldId id="603" r:id="rId12"/>
    <p:sldId id="604" r:id="rId13"/>
    <p:sldId id="605" r:id="rId14"/>
    <p:sldId id="585" r:id="rId15"/>
    <p:sldId id="59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33"/>
    <a:srgbClr val="717073"/>
    <a:srgbClr val="49BC89"/>
    <a:srgbClr val="00A1E0"/>
    <a:srgbClr val="1C355E"/>
    <a:srgbClr val="C4C4C4"/>
    <a:srgbClr val="8E9195"/>
    <a:srgbClr val="FFC600"/>
    <a:srgbClr val="FF5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244BC3-EDEF-4D78-96DF-08477D75778B}" v="3" dt="2021-02-19T20:28:52.826"/>
  </p1510:revLst>
</p1510:revInfo>
</file>

<file path=ppt/tableStyles.xml><?xml version="1.0" encoding="utf-8"?>
<a:tblStyleLst xmlns:a="http://schemas.openxmlformats.org/drawingml/2006/main" def="{93296810-A885-4BE3-A3E7-6D5BEEA58F3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2" autoAdjust="0"/>
    <p:restoredTop sz="88398" autoAdjust="0"/>
  </p:normalViewPr>
  <p:slideViewPr>
    <p:cSldViewPr snapToGrid="0">
      <p:cViewPr>
        <p:scale>
          <a:sx n="100" d="100"/>
          <a:sy n="100" d="100"/>
        </p:scale>
        <p:origin x="-80" y="-8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1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18" Type="http://schemas.openxmlformats.org/officeDocument/2006/relationships/printerSettings" Target="printerSettings/printerSettings1.bin"/><Relationship Id="rId19" Type="http://schemas.openxmlformats.org/officeDocument/2006/relationships/presProps" Target="presProps.xml"/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A9F681-A32E-4693-8A22-F2960CE58C8E}" type="doc">
      <dgm:prSet loTypeId="urn:microsoft.com/office/officeart/2005/8/layout/chevron2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ZA"/>
        </a:p>
      </dgm:t>
    </dgm:pt>
    <dgm:pt modelId="{06DD90C1-28A2-4F47-BA35-418CB78C4D65}">
      <dgm:prSet phldrT="[Text]"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1</a:t>
          </a:r>
          <a:r>
            <a:rPr lang="en-ZA" sz="1800" b="1" dirty="0"/>
            <a:t> </a:t>
          </a:r>
        </a:p>
      </dgm:t>
    </dgm:pt>
    <dgm:pt modelId="{4FE1E724-5B0A-4502-AEBA-852D9577E28D}" type="parTrans" cxnId="{0FB9545E-02C4-4CFC-BF79-964823C0063E}">
      <dgm:prSet/>
      <dgm:spPr/>
      <dgm:t>
        <a:bodyPr/>
        <a:lstStyle/>
        <a:p>
          <a:endParaRPr lang="en-ZA"/>
        </a:p>
      </dgm:t>
    </dgm:pt>
    <dgm:pt modelId="{C77021FE-9377-4F73-BB46-219756A0344A}" type="sibTrans" cxnId="{0FB9545E-02C4-4CFC-BF79-964823C0063E}">
      <dgm:prSet/>
      <dgm:spPr/>
      <dgm:t>
        <a:bodyPr/>
        <a:lstStyle/>
        <a:p>
          <a:endParaRPr lang="en-ZA"/>
        </a:p>
      </dgm:t>
    </dgm:pt>
    <dgm:pt modelId="{2DAAAA0E-0519-4636-BE57-EFEB3FDE2CE6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dirty="0"/>
            <a:t>Instil a </a:t>
          </a:r>
          <a:r>
            <a:rPr lang="en-GB" sz="1600" b="1" dirty="0"/>
            <a:t>culture</a:t>
          </a:r>
          <a:r>
            <a:rPr lang="en-GB" sz="1600" dirty="0"/>
            <a:t> where risk management and risk ownership are being practiced as the responsibility of every employee.</a:t>
          </a:r>
          <a:endParaRPr lang="en-ZA" sz="1600" dirty="0"/>
        </a:p>
      </dgm:t>
    </dgm:pt>
    <dgm:pt modelId="{905E216A-38B3-478D-9D01-45B49C300EA3}" type="parTrans" cxnId="{480AB0AB-40E7-46C3-8E2F-A0FEF7C45CFC}">
      <dgm:prSet/>
      <dgm:spPr/>
      <dgm:t>
        <a:bodyPr/>
        <a:lstStyle/>
        <a:p>
          <a:endParaRPr lang="en-ZA"/>
        </a:p>
      </dgm:t>
    </dgm:pt>
    <dgm:pt modelId="{2407FB5B-23F7-4233-B7CD-6639AEDD6A04}" type="sibTrans" cxnId="{480AB0AB-40E7-46C3-8E2F-A0FEF7C45CFC}">
      <dgm:prSet/>
      <dgm:spPr/>
      <dgm:t>
        <a:bodyPr/>
        <a:lstStyle/>
        <a:p>
          <a:endParaRPr lang="en-ZA"/>
        </a:p>
      </dgm:t>
    </dgm:pt>
    <dgm:pt modelId="{3B641677-7782-4D67-A01F-7E3672A68B6D}">
      <dgm:prSet phldrT="[Text]"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2</a:t>
          </a:r>
          <a:r>
            <a:rPr lang="en-ZA" sz="2100" b="1" dirty="0"/>
            <a:t> </a:t>
          </a:r>
        </a:p>
      </dgm:t>
    </dgm:pt>
    <dgm:pt modelId="{9DE67017-15A9-40B4-BE52-863D1EC59CF3}" type="parTrans" cxnId="{1CFEA78E-05A6-4655-B1D9-B2BF0BD46C69}">
      <dgm:prSet/>
      <dgm:spPr/>
      <dgm:t>
        <a:bodyPr/>
        <a:lstStyle/>
        <a:p>
          <a:endParaRPr lang="en-ZA"/>
        </a:p>
      </dgm:t>
    </dgm:pt>
    <dgm:pt modelId="{D199AE7D-5C95-49AE-8AC2-DF0B297858CC}" type="sibTrans" cxnId="{1CFEA78E-05A6-4655-B1D9-B2BF0BD46C69}">
      <dgm:prSet/>
      <dgm:spPr/>
      <dgm:t>
        <a:bodyPr/>
        <a:lstStyle/>
        <a:p>
          <a:endParaRPr lang="en-ZA"/>
        </a:p>
      </dgm:t>
    </dgm:pt>
    <dgm:pt modelId="{81795C2F-AA34-45EF-A85C-9C11124A4688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dirty="0"/>
            <a:t>Create an appropriate </a:t>
          </a:r>
          <a:r>
            <a:rPr lang="en-GB" sz="1600" b="1" dirty="0"/>
            <a:t>awareness</a:t>
          </a:r>
          <a:r>
            <a:rPr lang="en-GB" sz="1600" dirty="0"/>
            <a:t> and understanding of risks throughout the </a:t>
          </a:r>
          <a:r>
            <a:rPr lang="en-GB" sz="1600" dirty="0" smtClean="0"/>
            <a:t>organization </a:t>
          </a:r>
          <a:r>
            <a:rPr lang="en-GB" sz="1600" dirty="0"/>
            <a:t>to enable risks to be engaged in an informed manner.</a:t>
          </a:r>
          <a:endParaRPr lang="en-ZA" sz="1600" dirty="0"/>
        </a:p>
      </dgm:t>
    </dgm:pt>
    <dgm:pt modelId="{E1BEDB92-DFD0-4FED-9687-11B3D75A6579}" type="parTrans" cxnId="{DAA711B4-A246-48F3-94B4-8229DCDC1AD1}">
      <dgm:prSet/>
      <dgm:spPr/>
      <dgm:t>
        <a:bodyPr/>
        <a:lstStyle/>
        <a:p>
          <a:endParaRPr lang="en-ZA"/>
        </a:p>
      </dgm:t>
    </dgm:pt>
    <dgm:pt modelId="{C7C20941-BF74-4452-B9F0-557456CE9B23}" type="sibTrans" cxnId="{DAA711B4-A246-48F3-94B4-8229DCDC1AD1}">
      <dgm:prSet/>
      <dgm:spPr/>
      <dgm:t>
        <a:bodyPr/>
        <a:lstStyle/>
        <a:p>
          <a:endParaRPr lang="en-ZA"/>
        </a:p>
      </dgm:t>
    </dgm:pt>
    <dgm:pt modelId="{722BD3C2-3839-4EE0-BE3A-FF2DBEFD9FF8}">
      <dgm:prSet phldrT="[Text]"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3</a:t>
          </a:r>
          <a:r>
            <a:rPr lang="en-ZA" sz="2100" b="1" dirty="0"/>
            <a:t> </a:t>
          </a:r>
        </a:p>
      </dgm:t>
    </dgm:pt>
    <dgm:pt modelId="{D43DD967-1D40-4E19-8A1D-8A5B17B1BEA0}" type="parTrans" cxnId="{D319EC6C-4B70-4A49-B6F3-EA05AA8DBDBF}">
      <dgm:prSet/>
      <dgm:spPr/>
      <dgm:t>
        <a:bodyPr/>
        <a:lstStyle/>
        <a:p>
          <a:endParaRPr lang="en-ZA"/>
        </a:p>
      </dgm:t>
    </dgm:pt>
    <dgm:pt modelId="{EC197F9E-0A3A-4F6D-A3F7-8FA70B8407B4}" type="sibTrans" cxnId="{D319EC6C-4B70-4A49-B6F3-EA05AA8DBDBF}">
      <dgm:prSet/>
      <dgm:spPr/>
      <dgm:t>
        <a:bodyPr/>
        <a:lstStyle/>
        <a:p>
          <a:endParaRPr lang="en-ZA"/>
        </a:p>
      </dgm:t>
    </dgm:pt>
    <dgm:pt modelId="{B2C33B2E-BAE8-43D4-80A9-8FD30272CB3E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dirty="0"/>
            <a:t>Proactively </a:t>
          </a:r>
          <a:r>
            <a:rPr lang="en-GB" sz="1600" b="1" dirty="0"/>
            <a:t>identify</a:t>
          </a:r>
          <a:r>
            <a:rPr lang="en-GB" sz="1600" dirty="0"/>
            <a:t> and appropriately </a:t>
          </a:r>
          <a:r>
            <a:rPr lang="en-GB" sz="1600" b="1" dirty="0"/>
            <a:t>manage</a:t>
          </a:r>
          <a:r>
            <a:rPr lang="en-GB" sz="1600" dirty="0"/>
            <a:t> risks within the risk appetite of the </a:t>
          </a:r>
          <a:r>
            <a:rPr lang="en-GB" sz="1600" dirty="0" smtClean="0"/>
            <a:t>organization.</a:t>
          </a:r>
          <a:endParaRPr lang="en-ZA" sz="1600" dirty="0"/>
        </a:p>
      </dgm:t>
    </dgm:pt>
    <dgm:pt modelId="{25482830-F6AC-455F-A378-EC6BDF9F25ED}" type="parTrans" cxnId="{236E373D-D65B-4D87-8F90-3D7F748C9667}">
      <dgm:prSet/>
      <dgm:spPr/>
      <dgm:t>
        <a:bodyPr/>
        <a:lstStyle/>
        <a:p>
          <a:endParaRPr lang="en-ZA"/>
        </a:p>
      </dgm:t>
    </dgm:pt>
    <dgm:pt modelId="{978A8928-D892-4D14-B956-B656A7206E80}" type="sibTrans" cxnId="{236E373D-D65B-4D87-8F90-3D7F748C9667}">
      <dgm:prSet/>
      <dgm:spPr/>
      <dgm:t>
        <a:bodyPr/>
        <a:lstStyle/>
        <a:p>
          <a:endParaRPr lang="en-ZA"/>
        </a:p>
      </dgm:t>
    </dgm:pt>
    <dgm:pt modelId="{DFF0C01D-2474-4ABE-999B-FF54E20A5572}">
      <dgm:prSet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4</a:t>
          </a:r>
        </a:p>
      </dgm:t>
    </dgm:pt>
    <dgm:pt modelId="{90A79225-BF02-46F4-BF78-02570666FC1A}" type="parTrans" cxnId="{DBFD5B54-0810-4F53-B771-02EB02D28AA0}">
      <dgm:prSet/>
      <dgm:spPr/>
      <dgm:t>
        <a:bodyPr/>
        <a:lstStyle/>
        <a:p>
          <a:endParaRPr lang="en-ZA"/>
        </a:p>
      </dgm:t>
    </dgm:pt>
    <dgm:pt modelId="{6B293D68-8960-4A01-ACE2-DB7B9E25FEBA}" type="sibTrans" cxnId="{DBFD5B54-0810-4F53-B771-02EB02D28AA0}">
      <dgm:prSet/>
      <dgm:spPr/>
      <dgm:t>
        <a:bodyPr/>
        <a:lstStyle/>
        <a:p>
          <a:endParaRPr lang="en-ZA"/>
        </a:p>
      </dgm:t>
    </dgm:pt>
    <dgm:pt modelId="{88463300-19D4-4580-B54E-C038011F9B28}">
      <dgm:prSet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5</a:t>
          </a:r>
          <a:r>
            <a:rPr lang="en-ZA" sz="2100" b="1" dirty="0"/>
            <a:t> </a:t>
          </a:r>
        </a:p>
      </dgm:t>
    </dgm:pt>
    <dgm:pt modelId="{2C91F413-58D5-4FBB-9F28-D298B23B1378}" type="parTrans" cxnId="{F011A188-879A-407B-AC17-0F4C82E8D134}">
      <dgm:prSet/>
      <dgm:spPr/>
      <dgm:t>
        <a:bodyPr/>
        <a:lstStyle/>
        <a:p>
          <a:endParaRPr lang="en-ZA"/>
        </a:p>
      </dgm:t>
    </dgm:pt>
    <dgm:pt modelId="{273B6C77-5B22-4EAE-A0CD-D96155C4C3FD}" type="sibTrans" cxnId="{F011A188-879A-407B-AC17-0F4C82E8D134}">
      <dgm:prSet/>
      <dgm:spPr/>
      <dgm:t>
        <a:bodyPr/>
        <a:lstStyle/>
        <a:p>
          <a:endParaRPr lang="en-ZA"/>
        </a:p>
      </dgm:t>
    </dgm:pt>
    <dgm:pt modelId="{80358B2C-2897-48BC-B104-64A3C0CCEB1C}">
      <dgm:prSet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b="1" dirty="0"/>
            <a:t>Embed risk management </a:t>
          </a:r>
          <a:r>
            <a:rPr lang="en-GB" sz="1600" dirty="0"/>
            <a:t>in the way the </a:t>
          </a:r>
          <a:r>
            <a:rPr lang="en-GB" sz="1600" dirty="0" smtClean="0"/>
            <a:t>organization </a:t>
          </a:r>
          <a:r>
            <a:rPr lang="en-GB" sz="1600" dirty="0"/>
            <a:t>is managed and the way in which it operates, and</a:t>
          </a:r>
          <a:endParaRPr lang="en-ZA" sz="1600" dirty="0"/>
        </a:p>
      </dgm:t>
    </dgm:pt>
    <dgm:pt modelId="{1BC23684-3292-4E06-A8CA-1ED4B5C25E7C}" type="parTrans" cxnId="{48EC1A3E-61F8-439C-9207-4343BD02E147}">
      <dgm:prSet/>
      <dgm:spPr/>
      <dgm:t>
        <a:bodyPr/>
        <a:lstStyle/>
        <a:p>
          <a:endParaRPr lang="en-ZA"/>
        </a:p>
      </dgm:t>
    </dgm:pt>
    <dgm:pt modelId="{AD11483D-0C48-4AFC-8471-75BFF5422D7B}" type="sibTrans" cxnId="{48EC1A3E-61F8-439C-9207-4343BD02E147}">
      <dgm:prSet/>
      <dgm:spPr/>
      <dgm:t>
        <a:bodyPr/>
        <a:lstStyle/>
        <a:p>
          <a:endParaRPr lang="en-ZA"/>
        </a:p>
      </dgm:t>
    </dgm:pt>
    <dgm:pt modelId="{9C036162-4F79-477C-821D-52D0A893E00D}">
      <dgm:prSet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b="1" dirty="0" smtClean="0"/>
            <a:t>Direct compliance</a:t>
          </a:r>
          <a:r>
            <a:rPr lang="en-GB" sz="1600" dirty="0" smtClean="0"/>
            <a:t> </a:t>
          </a:r>
          <a:r>
            <a:rPr lang="en-GB" sz="1600" dirty="0"/>
            <a:t>with the appropriate risk management practices as required in terms of </a:t>
          </a:r>
          <a:r>
            <a:rPr lang="en-GB" sz="1600" b="1" dirty="0"/>
            <a:t>corporate governance guidelines</a:t>
          </a:r>
          <a:r>
            <a:rPr lang="en-GB" sz="1600" dirty="0"/>
            <a:t>.</a:t>
          </a:r>
          <a:endParaRPr lang="en-ZA" sz="1600" dirty="0"/>
        </a:p>
      </dgm:t>
    </dgm:pt>
    <dgm:pt modelId="{81C4DD44-72E3-47A0-BDCE-BE3CA748F2D9}" type="parTrans" cxnId="{C2DEA4A8-7D3D-48FB-BB1A-DC1370A75C39}">
      <dgm:prSet/>
      <dgm:spPr/>
      <dgm:t>
        <a:bodyPr/>
        <a:lstStyle/>
        <a:p>
          <a:endParaRPr lang="en-ZA"/>
        </a:p>
      </dgm:t>
    </dgm:pt>
    <dgm:pt modelId="{33B56269-AF73-4310-85AF-7D91CECBC784}" type="sibTrans" cxnId="{C2DEA4A8-7D3D-48FB-BB1A-DC1370A75C39}">
      <dgm:prSet/>
      <dgm:spPr/>
      <dgm:t>
        <a:bodyPr/>
        <a:lstStyle/>
        <a:p>
          <a:endParaRPr lang="en-ZA"/>
        </a:p>
      </dgm:t>
    </dgm:pt>
    <dgm:pt modelId="{C9CA9C94-FF5D-4E8D-8886-4E2C1D247C14}" type="pres">
      <dgm:prSet presAssocID="{41A9F681-A32E-4693-8A22-F2960CE58C8E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C4AD97BC-0AC7-4B98-A117-AE820345A323}" type="pres">
      <dgm:prSet presAssocID="{06DD90C1-28A2-4F47-BA35-418CB78C4D65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BE01EEB6-1D92-4FE1-BEC4-10439B55E397}" type="pres">
      <dgm:prSet presAssocID="{06DD90C1-28A2-4F47-BA35-418CB78C4D65}" presName="parentText" presStyleLbl="alignNode1" presStyleIdx="0" presStyleCnt="5" custLinFactNeighborX="978" custLinFactNeighborY="299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7049E53-21A1-4B1D-901B-170C0E55B071}" type="pres">
      <dgm:prSet presAssocID="{06DD90C1-28A2-4F47-BA35-418CB78C4D65}" presName="descendantText" presStyleLbl="alignAcc1" presStyleIdx="0" presStyleCnt="5" custLinFactNeighborX="0" custLinFactNeighborY="-641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E74C87A-C1B2-416C-9B8F-643E1F766439}" type="pres">
      <dgm:prSet presAssocID="{C77021FE-9377-4F73-BB46-219756A0344A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4DC2AF50-E1FF-441E-AB6A-6F9B3C63B9A2}" type="pres">
      <dgm:prSet presAssocID="{3B641677-7782-4D67-A01F-7E3672A68B6D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6876944E-A59F-489D-A655-129765C7EF56}" type="pres">
      <dgm:prSet presAssocID="{3B641677-7782-4D67-A01F-7E3672A68B6D}" presName="parentText" presStyleLbl="alignNode1" presStyleIdx="1" presStyleCnt="5" custLinFactNeighborX="978" custLinFactNeighborY="305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91F5AD-FDA6-4D02-B298-F122139F5C64}" type="pres">
      <dgm:prSet presAssocID="{3B641677-7782-4D67-A01F-7E3672A68B6D}" presName="descendantText" presStyleLbl="alignAcc1" presStyleIdx="1" presStyleCnt="5" custLinFactNeighborY="444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08E51B7-44F8-4D19-BDD1-FA1CAE34C071}" type="pres">
      <dgm:prSet presAssocID="{D199AE7D-5C95-49AE-8AC2-DF0B297858CC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50FE5AE5-E479-45AB-AAB1-63CF6DFF7141}" type="pres">
      <dgm:prSet presAssocID="{722BD3C2-3839-4EE0-BE3A-FF2DBEFD9FF8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80F87E7E-885A-4523-8A9F-4838F7C5666C}" type="pres">
      <dgm:prSet presAssocID="{722BD3C2-3839-4EE0-BE3A-FF2DBEFD9FF8}" presName="parentText" presStyleLbl="alignNode1" presStyleIdx="2" presStyleCnt="5" custLinFactNeighborX="978" custLinFactNeighborY="305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62FCB37-9481-4B0E-8629-70E65A28A7E5}" type="pres">
      <dgm:prSet presAssocID="{722BD3C2-3839-4EE0-BE3A-FF2DBEFD9FF8}" presName="descendantText" presStyleLbl="alignAcc1" presStyleIdx="2" presStyleCnt="5" custLinFactNeighborX="-399" custLinFactNeighborY="549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B12729A-FDEE-4E2C-BD46-1FAF11A98E2B}" type="pres">
      <dgm:prSet presAssocID="{EC197F9E-0A3A-4F6D-A3F7-8FA70B8407B4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99C66B0D-F360-4231-8B5C-377AEBF6A4A6}" type="pres">
      <dgm:prSet presAssocID="{DFF0C01D-2474-4ABE-999B-FF54E20A5572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0C7C1822-01EE-4D03-AC23-75EE97E08D8D}" type="pres">
      <dgm:prSet presAssocID="{DFF0C01D-2474-4ABE-999B-FF54E20A5572}" presName="parentText" presStyleLbl="alignNode1" presStyleIdx="3" presStyleCnt="5" custLinFactNeighborX="978" custLinFactNeighborY="305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B76B6EF-AF3B-4AC8-B629-ADA23E79329A}" type="pres">
      <dgm:prSet presAssocID="{DFF0C01D-2474-4ABE-999B-FF54E20A5572}" presName="descendantText" presStyleLbl="alignAcc1" presStyleIdx="3" presStyleCnt="5" custLinFactNeighborY="654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7AD72ED-F735-420F-A81F-F5D96E720C86}" type="pres">
      <dgm:prSet presAssocID="{6B293D68-8960-4A01-ACE2-DB7B9E25FEBA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201F7089-8D69-492A-9755-1DA0B6148C82}" type="pres">
      <dgm:prSet presAssocID="{88463300-19D4-4580-B54E-C038011F9B28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60E1D9EB-AC5B-42D8-B698-B9F5A0F5EAC3}" type="pres">
      <dgm:prSet presAssocID="{88463300-19D4-4580-B54E-C038011F9B28}" presName="parentText" presStyleLbl="alignNode1" presStyleIdx="4" presStyleCnt="5" custLinFactNeighborX="978" custLinFactNeighborY="305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39965EA-DE7F-4266-8AE0-FCB76B4B1126}" type="pres">
      <dgm:prSet presAssocID="{88463300-19D4-4580-B54E-C038011F9B28}" presName="descendantText" presStyleLbl="alignAcc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6C68049-E00E-4A08-8AA8-3EB9044E211B}" type="presOf" srcId="{2DAAAA0E-0519-4636-BE57-EFEB3FDE2CE6}" destId="{B7049E53-21A1-4B1D-901B-170C0E55B071}" srcOrd="0" destOrd="0" presId="urn:microsoft.com/office/officeart/2005/8/layout/chevron2"/>
    <dgm:cxn modelId="{942016CC-BBBF-4104-8026-35FBC3D8F356}" type="presOf" srcId="{41A9F681-A32E-4693-8A22-F2960CE58C8E}" destId="{C9CA9C94-FF5D-4E8D-8886-4E2C1D247C14}" srcOrd="0" destOrd="0" presId="urn:microsoft.com/office/officeart/2005/8/layout/chevron2"/>
    <dgm:cxn modelId="{4612B830-AA40-42AF-A855-B61C559C2B5A}" type="presOf" srcId="{3B641677-7782-4D67-A01F-7E3672A68B6D}" destId="{6876944E-A59F-489D-A655-129765C7EF56}" srcOrd="0" destOrd="0" presId="urn:microsoft.com/office/officeart/2005/8/layout/chevron2"/>
    <dgm:cxn modelId="{110CB0EC-7611-4883-A536-F8751CA700F6}" type="presOf" srcId="{DFF0C01D-2474-4ABE-999B-FF54E20A5572}" destId="{0C7C1822-01EE-4D03-AC23-75EE97E08D8D}" srcOrd="0" destOrd="0" presId="urn:microsoft.com/office/officeart/2005/8/layout/chevron2"/>
    <dgm:cxn modelId="{480AB0AB-40E7-46C3-8E2F-A0FEF7C45CFC}" srcId="{06DD90C1-28A2-4F47-BA35-418CB78C4D65}" destId="{2DAAAA0E-0519-4636-BE57-EFEB3FDE2CE6}" srcOrd="0" destOrd="0" parTransId="{905E216A-38B3-478D-9D01-45B49C300EA3}" sibTransId="{2407FB5B-23F7-4233-B7CD-6639AEDD6A04}"/>
    <dgm:cxn modelId="{DAA711B4-A246-48F3-94B4-8229DCDC1AD1}" srcId="{3B641677-7782-4D67-A01F-7E3672A68B6D}" destId="{81795C2F-AA34-45EF-A85C-9C11124A4688}" srcOrd="0" destOrd="0" parTransId="{E1BEDB92-DFD0-4FED-9687-11B3D75A6579}" sibTransId="{C7C20941-BF74-4452-B9F0-557456CE9B23}"/>
    <dgm:cxn modelId="{AED524F2-7D9E-45C1-B24E-ABF8CEC1C040}" type="presOf" srcId="{9C036162-4F79-477C-821D-52D0A893E00D}" destId="{B39965EA-DE7F-4266-8AE0-FCB76B4B1126}" srcOrd="0" destOrd="0" presId="urn:microsoft.com/office/officeart/2005/8/layout/chevron2"/>
    <dgm:cxn modelId="{429E4B40-37E9-49B2-922B-13875BA1FCDB}" type="presOf" srcId="{06DD90C1-28A2-4F47-BA35-418CB78C4D65}" destId="{BE01EEB6-1D92-4FE1-BEC4-10439B55E397}" srcOrd="0" destOrd="0" presId="urn:microsoft.com/office/officeart/2005/8/layout/chevron2"/>
    <dgm:cxn modelId="{E5E72083-49F0-40C8-A7C1-7CBF3C470AC3}" type="presOf" srcId="{80358B2C-2897-48BC-B104-64A3C0CCEB1C}" destId="{0B76B6EF-AF3B-4AC8-B629-ADA23E79329A}" srcOrd="0" destOrd="0" presId="urn:microsoft.com/office/officeart/2005/8/layout/chevron2"/>
    <dgm:cxn modelId="{DBFD5B54-0810-4F53-B771-02EB02D28AA0}" srcId="{41A9F681-A32E-4693-8A22-F2960CE58C8E}" destId="{DFF0C01D-2474-4ABE-999B-FF54E20A5572}" srcOrd="3" destOrd="0" parTransId="{90A79225-BF02-46F4-BF78-02570666FC1A}" sibTransId="{6B293D68-8960-4A01-ACE2-DB7B9E25FEBA}"/>
    <dgm:cxn modelId="{236E373D-D65B-4D87-8F90-3D7F748C9667}" srcId="{722BD3C2-3839-4EE0-BE3A-FF2DBEFD9FF8}" destId="{B2C33B2E-BAE8-43D4-80A9-8FD30272CB3E}" srcOrd="0" destOrd="0" parTransId="{25482830-F6AC-455F-A378-EC6BDF9F25ED}" sibTransId="{978A8928-D892-4D14-B956-B656A7206E80}"/>
    <dgm:cxn modelId="{D319EC6C-4B70-4A49-B6F3-EA05AA8DBDBF}" srcId="{41A9F681-A32E-4693-8A22-F2960CE58C8E}" destId="{722BD3C2-3839-4EE0-BE3A-FF2DBEFD9FF8}" srcOrd="2" destOrd="0" parTransId="{D43DD967-1D40-4E19-8A1D-8A5B17B1BEA0}" sibTransId="{EC197F9E-0A3A-4F6D-A3F7-8FA70B8407B4}"/>
    <dgm:cxn modelId="{F011A188-879A-407B-AC17-0F4C82E8D134}" srcId="{41A9F681-A32E-4693-8A22-F2960CE58C8E}" destId="{88463300-19D4-4580-B54E-C038011F9B28}" srcOrd="4" destOrd="0" parTransId="{2C91F413-58D5-4FBB-9F28-D298B23B1378}" sibTransId="{273B6C77-5B22-4EAE-A0CD-D96155C4C3FD}"/>
    <dgm:cxn modelId="{E6588FD3-11A8-458D-BDC8-F3611A69725E}" type="presOf" srcId="{B2C33B2E-BAE8-43D4-80A9-8FD30272CB3E}" destId="{762FCB37-9481-4B0E-8629-70E65A28A7E5}" srcOrd="0" destOrd="0" presId="urn:microsoft.com/office/officeart/2005/8/layout/chevron2"/>
    <dgm:cxn modelId="{0FB9545E-02C4-4CFC-BF79-964823C0063E}" srcId="{41A9F681-A32E-4693-8A22-F2960CE58C8E}" destId="{06DD90C1-28A2-4F47-BA35-418CB78C4D65}" srcOrd="0" destOrd="0" parTransId="{4FE1E724-5B0A-4502-AEBA-852D9577E28D}" sibTransId="{C77021FE-9377-4F73-BB46-219756A0344A}"/>
    <dgm:cxn modelId="{65B41B85-8CD2-42A1-86BD-220992719352}" type="presOf" srcId="{81795C2F-AA34-45EF-A85C-9C11124A4688}" destId="{EC91F5AD-FDA6-4D02-B298-F122139F5C64}" srcOrd="0" destOrd="0" presId="urn:microsoft.com/office/officeart/2005/8/layout/chevron2"/>
    <dgm:cxn modelId="{48EC1A3E-61F8-439C-9207-4343BD02E147}" srcId="{DFF0C01D-2474-4ABE-999B-FF54E20A5572}" destId="{80358B2C-2897-48BC-B104-64A3C0CCEB1C}" srcOrd="0" destOrd="0" parTransId="{1BC23684-3292-4E06-A8CA-1ED4B5C25E7C}" sibTransId="{AD11483D-0C48-4AFC-8471-75BFF5422D7B}"/>
    <dgm:cxn modelId="{895D4F90-EB74-4287-88EA-5244A7DABBBF}" type="presOf" srcId="{722BD3C2-3839-4EE0-BE3A-FF2DBEFD9FF8}" destId="{80F87E7E-885A-4523-8A9F-4838F7C5666C}" srcOrd="0" destOrd="0" presId="urn:microsoft.com/office/officeart/2005/8/layout/chevron2"/>
    <dgm:cxn modelId="{C2DEA4A8-7D3D-48FB-BB1A-DC1370A75C39}" srcId="{88463300-19D4-4580-B54E-C038011F9B28}" destId="{9C036162-4F79-477C-821D-52D0A893E00D}" srcOrd="0" destOrd="0" parTransId="{81C4DD44-72E3-47A0-BDCE-BE3CA748F2D9}" sibTransId="{33B56269-AF73-4310-85AF-7D91CECBC784}"/>
    <dgm:cxn modelId="{50F81A26-DCE8-4FC5-BFB3-148467798C60}" type="presOf" srcId="{88463300-19D4-4580-B54E-C038011F9B28}" destId="{60E1D9EB-AC5B-42D8-B698-B9F5A0F5EAC3}" srcOrd="0" destOrd="0" presId="urn:microsoft.com/office/officeart/2005/8/layout/chevron2"/>
    <dgm:cxn modelId="{1CFEA78E-05A6-4655-B1D9-B2BF0BD46C69}" srcId="{41A9F681-A32E-4693-8A22-F2960CE58C8E}" destId="{3B641677-7782-4D67-A01F-7E3672A68B6D}" srcOrd="1" destOrd="0" parTransId="{9DE67017-15A9-40B4-BE52-863D1EC59CF3}" sibTransId="{D199AE7D-5C95-49AE-8AC2-DF0B297858CC}"/>
    <dgm:cxn modelId="{1A61A467-76BA-4190-899C-F43FA722C2DD}" type="presParOf" srcId="{C9CA9C94-FF5D-4E8D-8886-4E2C1D247C14}" destId="{C4AD97BC-0AC7-4B98-A117-AE820345A323}" srcOrd="0" destOrd="0" presId="urn:microsoft.com/office/officeart/2005/8/layout/chevron2"/>
    <dgm:cxn modelId="{80DAE927-2504-402B-ABF2-6FCE5939352F}" type="presParOf" srcId="{C4AD97BC-0AC7-4B98-A117-AE820345A323}" destId="{BE01EEB6-1D92-4FE1-BEC4-10439B55E397}" srcOrd="0" destOrd="0" presId="urn:microsoft.com/office/officeart/2005/8/layout/chevron2"/>
    <dgm:cxn modelId="{54EED4D5-6872-440E-894E-C5D4C2F57749}" type="presParOf" srcId="{C4AD97BC-0AC7-4B98-A117-AE820345A323}" destId="{B7049E53-21A1-4B1D-901B-170C0E55B071}" srcOrd="1" destOrd="0" presId="urn:microsoft.com/office/officeart/2005/8/layout/chevron2"/>
    <dgm:cxn modelId="{E19D4823-9D68-49B8-B53E-E1EE9E42143E}" type="presParOf" srcId="{C9CA9C94-FF5D-4E8D-8886-4E2C1D247C14}" destId="{1E74C87A-C1B2-416C-9B8F-643E1F766439}" srcOrd="1" destOrd="0" presId="urn:microsoft.com/office/officeart/2005/8/layout/chevron2"/>
    <dgm:cxn modelId="{ABDC3FA6-512C-43AA-B7A5-BB3EFAD0AA38}" type="presParOf" srcId="{C9CA9C94-FF5D-4E8D-8886-4E2C1D247C14}" destId="{4DC2AF50-E1FF-441E-AB6A-6F9B3C63B9A2}" srcOrd="2" destOrd="0" presId="urn:microsoft.com/office/officeart/2005/8/layout/chevron2"/>
    <dgm:cxn modelId="{06C5BD3F-DCBF-4648-9BDF-E5D9EA98C5E9}" type="presParOf" srcId="{4DC2AF50-E1FF-441E-AB6A-6F9B3C63B9A2}" destId="{6876944E-A59F-489D-A655-129765C7EF56}" srcOrd="0" destOrd="0" presId="urn:microsoft.com/office/officeart/2005/8/layout/chevron2"/>
    <dgm:cxn modelId="{8C301560-A4E9-4998-9778-AA983BCF69E2}" type="presParOf" srcId="{4DC2AF50-E1FF-441E-AB6A-6F9B3C63B9A2}" destId="{EC91F5AD-FDA6-4D02-B298-F122139F5C64}" srcOrd="1" destOrd="0" presId="urn:microsoft.com/office/officeart/2005/8/layout/chevron2"/>
    <dgm:cxn modelId="{EA6E89EA-1C5E-4F26-AED2-1BD82CAB6377}" type="presParOf" srcId="{C9CA9C94-FF5D-4E8D-8886-4E2C1D247C14}" destId="{508E51B7-44F8-4D19-BDD1-FA1CAE34C071}" srcOrd="3" destOrd="0" presId="urn:microsoft.com/office/officeart/2005/8/layout/chevron2"/>
    <dgm:cxn modelId="{7DB8F162-B45F-464E-BEF6-333D564F5C04}" type="presParOf" srcId="{C9CA9C94-FF5D-4E8D-8886-4E2C1D247C14}" destId="{50FE5AE5-E479-45AB-AAB1-63CF6DFF7141}" srcOrd="4" destOrd="0" presId="urn:microsoft.com/office/officeart/2005/8/layout/chevron2"/>
    <dgm:cxn modelId="{0C46DAA9-3C37-47FA-A8D8-2DA18BD4AD8E}" type="presParOf" srcId="{50FE5AE5-E479-45AB-AAB1-63CF6DFF7141}" destId="{80F87E7E-885A-4523-8A9F-4838F7C5666C}" srcOrd="0" destOrd="0" presId="urn:microsoft.com/office/officeart/2005/8/layout/chevron2"/>
    <dgm:cxn modelId="{26687FAC-DB94-4568-8BD9-FA6968849DC3}" type="presParOf" srcId="{50FE5AE5-E479-45AB-AAB1-63CF6DFF7141}" destId="{762FCB37-9481-4B0E-8629-70E65A28A7E5}" srcOrd="1" destOrd="0" presId="urn:microsoft.com/office/officeart/2005/8/layout/chevron2"/>
    <dgm:cxn modelId="{C2BDDEE5-1B4B-40D4-8669-77C6B99A041C}" type="presParOf" srcId="{C9CA9C94-FF5D-4E8D-8886-4E2C1D247C14}" destId="{BB12729A-FDEE-4E2C-BD46-1FAF11A98E2B}" srcOrd="5" destOrd="0" presId="urn:microsoft.com/office/officeart/2005/8/layout/chevron2"/>
    <dgm:cxn modelId="{CD1E4BB6-EFF4-4DDF-8DF0-F51CC3BE1F70}" type="presParOf" srcId="{C9CA9C94-FF5D-4E8D-8886-4E2C1D247C14}" destId="{99C66B0D-F360-4231-8B5C-377AEBF6A4A6}" srcOrd="6" destOrd="0" presId="urn:microsoft.com/office/officeart/2005/8/layout/chevron2"/>
    <dgm:cxn modelId="{4E7B5032-1587-44E4-88DF-B7BC34B46502}" type="presParOf" srcId="{99C66B0D-F360-4231-8B5C-377AEBF6A4A6}" destId="{0C7C1822-01EE-4D03-AC23-75EE97E08D8D}" srcOrd="0" destOrd="0" presId="urn:microsoft.com/office/officeart/2005/8/layout/chevron2"/>
    <dgm:cxn modelId="{ABF24A97-88A5-4B2D-A9E0-7423F6A1A500}" type="presParOf" srcId="{99C66B0D-F360-4231-8B5C-377AEBF6A4A6}" destId="{0B76B6EF-AF3B-4AC8-B629-ADA23E79329A}" srcOrd="1" destOrd="0" presId="urn:microsoft.com/office/officeart/2005/8/layout/chevron2"/>
    <dgm:cxn modelId="{0B708531-D393-4A5D-9C53-8A23D1BA8316}" type="presParOf" srcId="{C9CA9C94-FF5D-4E8D-8886-4E2C1D247C14}" destId="{57AD72ED-F735-420F-A81F-F5D96E720C86}" srcOrd="7" destOrd="0" presId="urn:microsoft.com/office/officeart/2005/8/layout/chevron2"/>
    <dgm:cxn modelId="{118A4779-D6F8-4DDA-B1D4-A902781F2477}" type="presParOf" srcId="{C9CA9C94-FF5D-4E8D-8886-4E2C1D247C14}" destId="{201F7089-8D69-492A-9755-1DA0B6148C82}" srcOrd="8" destOrd="0" presId="urn:microsoft.com/office/officeart/2005/8/layout/chevron2"/>
    <dgm:cxn modelId="{B0687A6F-91AB-4E0A-8FB4-053BA8D76654}" type="presParOf" srcId="{201F7089-8D69-492A-9755-1DA0B6148C82}" destId="{60E1D9EB-AC5B-42D8-B698-B9F5A0F5EAC3}" srcOrd="0" destOrd="0" presId="urn:microsoft.com/office/officeart/2005/8/layout/chevron2"/>
    <dgm:cxn modelId="{C2B324BC-CF66-4177-8A5A-AFF550C9E9AF}" type="presParOf" srcId="{201F7089-8D69-492A-9755-1DA0B6148C82}" destId="{B39965EA-DE7F-4266-8AE0-FCB76B4B1126}" srcOrd="1" destOrd="0" presId="urn:microsoft.com/office/officeart/2005/8/layout/chevron2"/>
  </dgm:cxnLst>
  <dgm:bg>
    <a:effectLst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01EEB6-1D92-4FE1-BEC4-10439B55E397}">
      <dsp:nvSpPr>
        <dsp:cNvPr id="0" name=""/>
        <dsp:cNvSpPr/>
      </dsp:nvSpPr>
      <dsp:spPr>
        <a:xfrm rot="5400000">
          <a:off x="-148712" y="191275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ZA" sz="2000" b="1" kern="1200" dirty="0">
              <a:solidFill>
                <a:srgbClr val="0000FF"/>
              </a:solidFill>
            </a:rPr>
            <a:t>1</a:t>
          </a:r>
          <a:r>
            <a:rPr lang="en-ZA" sz="1800" b="1" kern="1200" dirty="0"/>
            <a:t> </a:t>
          </a:r>
        </a:p>
      </dsp:txBody>
      <dsp:txXfrm rot="-5400000">
        <a:off x="7113" y="399041"/>
        <a:ext cx="727182" cy="311649"/>
      </dsp:txXfrm>
    </dsp:sp>
    <dsp:sp modelId="{B7049E53-21A1-4B1D-901B-170C0E55B071}">
      <dsp:nvSpPr>
        <dsp:cNvPr id="0" name=""/>
        <dsp:cNvSpPr/>
      </dsp:nvSpPr>
      <dsp:spPr>
        <a:xfrm rot="5400000">
          <a:off x="4147790" y="-3420608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GB" sz="1600" kern="1200" dirty="0"/>
            <a:t>Instil a </a:t>
          </a:r>
          <a:r>
            <a:rPr lang="en-GB" sz="1600" b="1" kern="1200" dirty="0"/>
            <a:t>culture</a:t>
          </a:r>
          <a:r>
            <a:rPr lang="en-GB" sz="1600" kern="1200" dirty="0"/>
            <a:t> where risk management and risk ownership are being practiced as the responsibility of every employee.</a:t>
          </a:r>
          <a:endParaRPr lang="en-ZA" sz="1600" kern="1200" dirty="0"/>
        </a:p>
      </dsp:txBody>
      <dsp:txXfrm rot="-5400000">
        <a:off x="727182" y="32962"/>
        <a:ext cx="7483495" cy="609316"/>
      </dsp:txXfrm>
    </dsp:sp>
    <dsp:sp modelId="{6876944E-A59F-489D-A655-129765C7EF56}">
      <dsp:nvSpPr>
        <dsp:cNvPr id="0" name=""/>
        <dsp:cNvSpPr/>
      </dsp:nvSpPr>
      <dsp:spPr>
        <a:xfrm rot="5400000">
          <a:off x="-148712" y="1113152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ZA" sz="2000" b="1" kern="1200" dirty="0">
              <a:solidFill>
                <a:srgbClr val="0000FF"/>
              </a:solidFill>
            </a:rPr>
            <a:t>2</a:t>
          </a:r>
          <a:r>
            <a:rPr lang="en-ZA" sz="2100" b="1" kern="1200" dirty="0"/>
            <a:t> </a:t>
          </a:r>
        </a:p>
      </dsp:txBody>
      <dsp:txXfrm rot="-5400000">
        <a:off x="7113" y="1320918"/>
        <a:ext cx="727182" cy="311649"/>
      </dsp:txXfrm>
    </dsp:sp>
    <dsp:sp modelId="{EC91F5AD-FDA6-4D02-B298-F122139F5C64}">
      <dsp:nvSpPr>
        <dsp:cNvPr id="0" name=""/>
        <dsp:cNvSpPr/>
      </dsp:nvSpPr>
      <dsp:spPr>
        <a:xfrm rot="5400000">
          <a:off x="4147613" y="-2464836"/>
          <a:ext cx="675595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GB" sz="1600" kern="1200" dirty="0"/>
            <a:t>Create an appropriate </a:t>
          </a:r>
          <a:r>
            <a:rPr lang="en-GB" sz="1600" b="1" kern="1200" dirty="0"/>
            <a:t>awareness</a:t>
          </a:r>
          <a:r>
            <a:rPr lang="en-GB" sz="1600" kern="1200" dirty="0"/>
            <a:t> and understanding of risks throughout the </a:t>
          </a:r>
          <a:r>
            <a:rPr lang="en-GB" sz="1600" kern="1200" dirty="0" smtClean="0"/>
            <a:t>organization </a:t>
          </a:r>
          <a:r>
            <a:rPr lang="en-GB" sz="1600" kern="1200" dirty="0"/>
            <a:t>to enable risks to be engaged in an informed manner.</a:t>
          </a:r>
          <a:endParaRPr lang="en-ZA" sz="1600" kern="1200" dirty="0"/>
        </a:p>
      </dsp:txBody>
      <dsp:txXfrm rot="-5400000">
        <a:off x="727182" y="988575"/>
        <a:ext cx="7483477" cy="609635"/>
      </dsp:txXfrm>
    </dsp:sp>
    <dsp:sp modelId="{80F87E7E-885A-4523-8A9F-4838F7C5666C}">
      <dsp:nvSpPr>
        <dsp:cNvPr id="0" name=""/>
        <dsp:cNvSpPr/>
      </dsp:nvSpPr>
      <dsp:spPr>
        <a:xfrm rot="5400000">
          <a:off x="-148712" y="2034395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ZA" sz="2000" b="1" kern="1200" dirty="0">
              <a:solidFill>
                <a:srgbClr val="0000FF"/>
              </a:solidFill>
            </a:rPr>
            <a:t>3</a:t>
          </a:r>
          <a:r>
            <a:rPr lang="en-ZA" sz="2100" b="1" kern="1200" dirty="0"/>
            <a:t> </a:t>
          </a:r>
        </a:p>
      </dsp:txBody>
      <dsp:txXfrm rot="-5400000">
        <a:off x="7113" y="2242161"/>
        <a:ext cx="727182" cy="311649"/>
      </dsp:txXfrm>
    </dsp:sp>
    <dsp:sp modelId="{762FCB37-9481-4B0E-8629-70E65A28A7E5}">
      <dsp:nvSpPr>
        <dsp:cNvPr id="0" name=""/>
        <dsp:cNvSpPr/>
      </dsp:nvSpPr>
      <dsp:spPr>
        <a:xfrm rot="5400000">
          <a:off x="4117800" y="-1536683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GB" sz="1600" kern="1200" dirty="0"/>
            <a:t>Proactively </a:t>
          </a:r>
          <a:r>
            <a:rPr lang="en-GB" sz="1600" b="1" kern="1200" dirty="0"/>
            <a:t>identify</a:t>
          </a:r>
          <a:r>
            <a:rPr lang="en-GB" sz="1600" kern="1200" dirty="0"/>
            <a:t> and appropriately </a:t>
          </a:r>
          <a:r>
            <a:rPr lang="en-GB" sz="1600" b="1" kern="1200" dirty="0"/>
            <a:t>manage</a:t>
          </a:r>
          <a:r>
            <a:rPr lang="en-GB" sz="1600" kern="1200" dirty="0"/>
            <a:t> risks within the risk appetite of the </a:t>
          </a:r>
          <a:r>
            <a:rPr lang="en-GB" sz="1600" kern="1200" dirty="0" smtClean="0"/>
            <a:t>organization.</a:t>
          </a:r>
          <a:endParaRPr lang="en-ZA" sz="1600" kern="1200" dirty="0"/>
        </a:p>
      </dsp:txBody>
      <dsp:txXfrm rot="-5400000">
        <a:off x="697192" y="1916887"/>
        <a:ext cx="7483495" cy="609316"/>
      </dsp:txXfrm>
    </dsp:sp>
    <dsp:sp modelId="{0C7C1822-01EE-4D03-AC23-75EE97E08D8D}">
      <dsp:nvSpPr>
        <dsp:cNvPr id="0" name=""/>
        <dsp:cNvSpPr/>
      </dsp:nvSpPr>
      <dsp:spPr>
        <a:xfrm rot="5400000">
          <a:off x="-148712" y="2955639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ZA" sz="2000" b="1" kern="1200" dirty="0">
              <a:solidFill>
                <a:srgbClr val="0000FF"/>
              </a:solidFill>
            </a:rPr>
            <a:t>4</a:t>
          </a:r>
        </a:p>
      </dsp:txBody>
      <dsp:txXfrm rot="-5400000">
        <a:off x="7113" y="3163405"/>
        <a:ext cx="727182" cy="311649"/>
      </dsp:txXfrm>
    </dsp:sp>
    <dsp:sp modelId="{0B76B6EF-AF3B-4AC8-B629-ADA23E79329A}">
      <dsp:nvSpPr>
        <dsp:cNvPr id="0" name=""/>
        <dsp:cNvSpPr/>
      </dsp:nvSpPr>
      <dsp:spPr>
        <a:xfrm rot="5400000">
          <a:off x="4147790" y="-608329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GB" sz="1600" b="1" kern="1200" dirty="0"/>
            <a:t>Embed risk management </a:t>
          </a:r>
          <a:r>
            <a:rPr lang="en-GB" sz="1600" kern="1200" dirty="0"/>
            <a:t>in the way the </a:t>
          </a:r>
          <a:r>
            <a:rPr lang="en-GB" sz="1600" kern="1200" dirty="0" smtClean="0"/>
            <a:t>organization </a:t>
          </a:r>
          <a:r>
            <a:rPr lang="en-GB" sz="1600" kern="1200" dirty="0"/>
            <a:t>is managed and the way in which it operates, and</a:t>
          </a:r>
          <a:endParaRPr lang="en-ZA" sz="1600" kern="1200" dirty="0"/>
        </a:p>
      </dsp:txBody>
      <dsp:txXfrm rot="-5400000">
        <a:off x="727182" y="2845241"/>
        <a:ext cx="7483495" cy="609316"/>
      </dsp:txXfrm>
    </dsp:sp>
    <dsp:sp modelId="{60E1D9EB-AC5B-42D8-B698-B9F5A0F5EAC3}">
      <dsp:nvSpPr>
        <dsp:cNvPr id="0" name=""/>
        <dsp:cNvSpPr/>
      </dsp:nvSpPr>
      <dsp:spPr>
        <a:xfrm rot="5400000">
          <a:off x="-148712" y="3849453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ZA" sz="2000" b="1" kern="1200" dirty="0">
              <a:solidFill>
                <a:srgbClr val="0000FF"/>
              </a:solidFill>
            </a:rPr>
            <a:t>5</a:t>
          </a:r>
          <a:r>
            <a:rPr lang="en-ZA" sz="2100" b="1" kern="1200" dirty="0"/>
            <a:t> </a:t>
          </a:r>
        </a:p>
      </dsp:txBody>
      <dsp:txXfrm rot="-5400000">
        <a:off x="7113" y="4057219"/>
        <a:ext cx="727182" cy="311649"/>
      </dsp:txXfrm>
    </dsp:sp>
    <dsp:sp modelId="{B39965EA-DE7F-4266-8AE0-FCB76B4B1126}">
      <dsp:nvSpPr>
        <dsp:cNvPr id="0" name=""/>
        <dsp:cNvSpPr/>
      </dsp:nvSpPr>
      <dsp:spPr>
        <a:xfrm rot="5400000">
          <a:off x="4147790" y="268692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GB" sz="1600" b="1" kern="1200" dirty="0" smtClean="0"/>
            <a:t>Direct compliance</a:t>
          </a:r>
          <a:r>
            <a:rPr lang="en-GB" sz="1600" kern="1200" dirty="0" smtClean="0"/>
            <a:t> </a:t>
          </a:r>
          <a:r>
            <a:rPr lang="en-GB" sz="1600" kern="1200" dirty="0"/>
            <a:t>with the appropriate risk management practices as required in terms of </a:t>
          </a:r>
          <a:r>
            <a:rPr lang="en-GB" sz="1600" b="1" kern="1200" dirty="0"/>
            <a:t>corporate governance guidelines</a:t>
          </a:r>
          <a:r>
            <a:rPr lang="en-GB" sz="1600" kern="1200" dirty="0"/>
            <a:t>.</a:t>
          </a:r>
          <a:endParaRPr lang="en-ZA" sz="1600" kern="1200" dirty="0"/>
        </a:p>
      </dsp:txBody>
      <dsp:txXfrm rot="-5400000">
        <a:off x="727182" y="3722262"/>
        <a:ext cx="7483495" cy="6093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FF1E7D-4D47-4F75-BCFB-BE42206EAD33}" type="datetimeFigureOut">
              <a:rPr lang="en-US" smtClean="0"/>
              <a:t>2/22/21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2C796A-D594-42A9-9453-0AE619E159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413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2C796A-D594-42A9-9453-0AE619E1593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678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png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png"/><Relationship Id="rId3" Type="http://schemas.openxmlformats.org/officeDocument/2006/relationships/image" Target="../media/image6.svg"/></Relationships>
</file>

<file path=ppt/slideLayouts/_rels/slideLayout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4" Type="http://schemas.openxmlformats.org/officeDocument/2006/relationships/image" Target="../media/image4.png"/><Relationship Id="rId5" Type="http://schemas.openxmlformats.org/officeDocument/2006/relationships/image" Target="../media/image6.svg"/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F4E9061D-C642-441A-9654-C6A5DBA18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29313" y="1588504"/>
            <a:ext cx="4333374" cy="2562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84CAD64-E140-48CD-8E19-C1591943B32E}"/>
              </a:ext>
            </a:extLst>
          </p:cNvPr>
          <p:cNvSpPr txBox="1"/>
          <p:nvPr userDrawn="1"/>
        </p:nvSpPr>
        <p:spPr>
          <a:xfrm>
            <a:off x="1843936" y="5488002"/>
            <a:ext cx="85041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+mj-lt"/>
              </a:rPr>
              <a:t>ENGINEERING | ARCHITECTURE | CONSTRUCTION | CONSULTING</a:t>
            </a:r>
          </a:p>
        </p:txBody>
      </p:sp>
    </p:spTree>
    <p:extLst>
      <p:ext uri="{BB962C8B-B14F-4D97-AF65-F5344CB8AC3E}">
        <p14:creationId xmlns:p14="http://schemas.microsoft.com/office/powerpoint/2010/main" val="384985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001" y="2303132"/>
            <a:ext cx="3807997" cy="2251736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</p:spTree>
    <p:extLst>
      <p:ext uri="{BB962C8B-B14F-4D97-AF65-F5344CB8AC3E}">
        <p14:creationId xmlns:p14="http://schemas.microsoft.com/office/powerpoint/2010/main" val="3486334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 Client Logo (NEED PERMISS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1831" y="1227826"/>
            <a:ext cx="2954410" cy="1746994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03B272C9-0A9F-4C36-9DA4-6DBA52EA2D4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631831" y="3974620"/>
            <a:ext cx="2954410" cy="1616279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28439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3423" y="2361921"/>
            <a:ext cx="3609154" cy="21341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xmlns="" id="{82D5075D-7605-42B2-9196-1F820E2EBA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2557" y="351976"/>
            <a:ext cx="5396541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agenda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xmlns="" id="{4BC928AF-8D96-4EE4-94B4-5D073B3706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52558" y="1219200"/>
            <a:ext cx="5396542" cy="5181600"/>
          </a:xfrm>
        </p:spPr>
        <p:txBody>
          <a:bodyPr>
            <a:noAutofit/>
          </a:bodyPr>
          <a:lstStyle>
            <a:lvl1pPr marL="457200" indent="-457200">
              <a:buFont typeface="+mj-lt"/>
              <a:buAutoNum type="arabicPlain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08798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5E61AA-7BD6-49CA-99B9-110880C84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3090446"/>
            <a:ext cx="10972798" cy="677108"/>
          </a:xfrm>
        </p:spPr>
        <p:txBody>
          <a:bodyPr anchor="t">
            <a:noAutofit/>
          </a:bodyPr>
          <a:lstStyle>
            <a:lvl1pPr algn="ctr">
              <a:defRPr sz="5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478073"/>
            <a:ext cx="717313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053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xmlns="" id="{022E846A-6873-461C-B820-2CC82EBC70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3090068"/>
            <a:ext cx="10972800" cy="67786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73BFE318-201C-4100-8CCC-96F5CFE2B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50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rm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0527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085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642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bg2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4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xmlns="" id="{14212C42-ADE6-4A99-AD26-FDBD5C2F46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96A79AC9-425D-40AC-83F8-14A27FCF4A1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7D5050D1-EA52-4F52-93DF-57CA509CDF0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xmlns="" id="{88C77762-1029-4DDA-BBB4-7D3411DE5FC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84B4E492-015E-414A-A88B-77858F411D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008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bg2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C0313A64-68CE-48F5-9627-9602677EDC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996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</p:spTree>
    <p:extLst>
      <p:ext uri="{BB962C8B-B14F-4D97-AF65-F5344CB8AC3E}">
        <p14:creationId xmlns:p14="http://schemas.microsoft.com/office/powerpoint/2010/main" val="2424948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rm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89323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568947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58094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2944448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9323" y="2944447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xmlns="" id="{AE09D0DF-5623-4F42-9C77-6FE63B77F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946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xmlns="" id="{E07C39E2-B460-4AB3-96C7-6976B79F67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67620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xmlns="" id="{7B640097-DC49-471C-84C8-79A47F50E6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09700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xmlns="" id="{F40216A3-CCF5-4BC4-B217-DC37C38730B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89323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xmlns="" id="{51E2AB5B-5320-4BFF-A004-9A8134DD2CD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568947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xmlns="" id="{CE56CE63-D587-4FA5-BBC7-FC182A0C63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658094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xmlns="" id="{9C20A734-B25C-4A05-A5B0-D9B452A717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09700" y="5562598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F95ECC52-C39C-474B-8EDE-31167A2F59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89323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FACC30D6-ACE3-449C-B8B1-8B3257E86E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568946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xmlns="" id="{46A4CEA2-AAC8-4FD3-BACC-96170782625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67620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xmlns="" id="{02883E02-153F-4EE7-AA08-9A091D81001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737715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xmlns="" id="{FF090DFC-77DE-495A-A84E-EBC99D65D43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47241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xmlns="" id="{5BB4F394-2880-4580-A21E-786FB40DE1C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737715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xmlns="" id="{971E40E9-6A88-4924-973D-69266A0FB32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747241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xmlns="" id="{47A99A6A-62BE-4042-B0F1-D764A3E3CF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xmlns="" id="{0E840F7E-0262-4618-9899-FE17329B24CE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xmlns="" id="{BA6E43A7-8561-4B35-B27B-E76ACD19C7C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xmlns="" id="{164E4040-22C5-4E0D-B1AD-C813AF78968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6886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Full-Leng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5709970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5709969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424468" y="8667"/>
            <a:ext cx="4767532" cy="6858000"/>
          </a:xfrm>
          <a:effectLst>
            <a:outerShdw blurRad="63500" dist="25400" dir="2700000" algn="tl" rotWithShape="0">
              <a:schemeClr val="tx1">
                <a:alpha val="25000"/>
              </a:schemeClr>
            </a:outerShdw>
          </a:effectLst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full-length .</a:t>
            </a:r>
            <a:r>
              <a:rPr lang="en-US" dirty="0" err="1"/>
              <a:t>png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CEED4E6A-83D7-45A0-8E8E-F7F2D092023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FAE57C5-2005-45DD-AF06-7BB6FB509FBD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C94B73F0-3403-401B-B429-5D6C92EF804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447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E23B305B-8F35-4417-ABB2-1AD7AA58B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10439398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BD9A98D7-B0B7-44F0-AA01-46BD70EDE5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09700" y="1219200"/>
            <a:ext cx="10439400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2AC7EC07-82A0-4389-A6CD-943F5F3873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E5089CF2-3A92-4052-B18F-0FC8450D5DC8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A098F652-9A67-4C9A-A1E7-597A8278CC9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95DDCB3F-DFA4-45AD-831B-02505F5E94A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80730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xmlns="" id="{D7A87A17-0DDD-4C70-B51F-E30D41757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1832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bg2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70DD3DF7-2874-44FE-9254-A92FA795D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2205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bg2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E0854D6-640C-4A22-A012-D1CE4A04D6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8325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7068E724-1020-4B87-87C3-8AD1B91157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22057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xmlns="" id="{EE871D3B-8F63-4D1E-97E0-CD8A4EB6C5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76F893D2-F9CD-420D-8313-7ACD73B08AF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128CB6DA-8C81-40A8-B45C-D75A27ACCA5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66728B98-0594-4A60-88FF-91B2F7AB8F0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92919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6096000" cy="6752326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CEED4E6A-83D7-45A0-8E8E-F7F2D092023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FAE57C5-2005-45DD-AF06-7BB6FB509FBD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C94B73F0-3403-401B-B429-5D6C92EF804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755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A2C4E93A-2D03-492A-A14A-B8AA46AFE52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6000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27A944BB-6C70-4B4C-A397-528D27590E22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A2329B62-5E05-49CB-80AB-8A1C5B3B3B82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C8FF3BA2-C949-420E-954D-7BB70FF9E28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21820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699" y="351976"/>
            <a:ext cx="10439401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 | Location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1219200"/>
            <a:ext cx="12192000" cy="5524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CEED4E6A-83D7-45A0-8E8E-F7F2D092023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FAE57C5-2005-45DD-AF06-7BB6FB509FBD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C94B73F0-3403-401B-B429-5D6C92EF804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479346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124A1C53-8CEB-4D54-A7A7-73DE76FFC7E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22B716BD-B89D-45F3-9F42-C4C79C6CE5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F9A1D025-DC74-42D0-B18D-2C03FA9E9DA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xmlns="" id="{D795B5A6-6A06-4A62-B726-8D1548F95C8D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615D95E5-4A74-4962-9830-690590A3252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1232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0970AD4A-0C4D-44B3-B6A2-CBE546434E3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A8D913C4-ABA8-489E-A285-4A47EC11CC5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67098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AC64BBF3-2082-4613-82F8-A50F02AD480F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53237D1D-C108-4D42-AF40-E4E59C0C637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2E4D8C15-CB11-4B68-8175-E7A8AE36843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21643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5664D497-0B77-45E0-9322-80E9F89B204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2159FE72-75D1-4C95-A527-F9D808BEAFF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9E71CEC4-89C5-47F0-960D-1D0A52E076A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23474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858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243373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/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xmlns="" id="{CF03050E-6F57-479C-B5CA-153FA5A9D13B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FD9B256D-3D1C-42B5-9E3F-040784C213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48B0D55F-CAA1-4B8E-BC6F-A20CAAB3D815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D9CF81C5-0FB5-4600-8EC4-9DB7CA88237A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89B254A1-5343-45AF-9678-D913E51C795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862397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4" name="Chart Placeholder 3">
            <a:extLst>
              <a:ext uri="{FF2B5EF4-FFF2-40B4-BE49-F238E27FC236}">
                <a16:creationId xmlns:a16="http://schemas.microsoft.com/office/drawing/2014/main" xmlns="" id="{CEA7AB59-7E6E-4184-8AA7-8AD25E87373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096000" y="351976"/>
            <a:ext cx="5753101" cy="604882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7D5FC416-3EAD-4A2B-802A-B91948EF95E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xmlns="" id="{99A551B8-F331-42C6-8A60-D61B929AE02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5E012106-8AE6-4CC2-B8F8-8DFE085F46E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73068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rt Placeholder 3">
            <a:extLst>
              <a:ext uri="{FF2B5EF4-FFF2-40B4-BE49-F238E27FC236}">
                <a16:creationId xmlns:a16="http://schemas.microsoft.com/office/drawing/2014/main" xmlns="" id="{E506015B-3392-4620-89EE-35ED6DDE516B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352424" y="342900"/>
            <a:ext cx="574357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637CAE2A-D083-4DF6-B990-C9877348A4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CC11B4B1-3874-45FB-8D8C-FE44ACAD3273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CDEBF23E-91EA-4CEE-B8B5-7F95E32E9F8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xmlns="" id="{9F6FF011-5809-46DE-84F2-2B04F88AB12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475697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10" name="Chart Placeholder 3">
            <a:extLst>
              <a:ext uri="{FF2B5EF4-FFF2-40B4-BE49-F238E27FC236}">
                <a16:creationId xmlns:a16="http://schemas.microsoft.com/office/drawing/2014/main" xmlns="" id="{D972A839-322D-48EF-B64D-307C5D172AC9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191250" y="342900"/>
            <a:ext cx="564832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0D259C69-4A8F-4F9E-9381-264FC25E58F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AE9D572F-4DDB-4ACC-AFB5-BB827FE9C73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0FB814B1-018F-4FB2-BCDC-65350BE2B8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618330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rt Placeholder 3">
            <a:extLst>
              <a:ext uri="{FF2B5EF4-FFF2-40B4-BE49-F238E27FC236}">
                <a16:creationId xmlns:a16="http://schemas.microsoft.com/office/drawing/2014/main" xmlns="" id="{EA6A6BF2-839D-4544-A0CE-71E6BDFF52D3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1409700" y="342900"/>
            <a:ext cx="10439401" cy="292417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638409C4-C99B-4D84-9003-0B08BABDC3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64BEC824-A0AA-4DB4-8B35-EEE25D41128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0" y="3457573"/>
            <a:ext cx="10439401" cy="294322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4B407385-67D0-413C-B86C-C4D8B13B5D3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E8331340-F774-4A78-8BAF-421409EC64A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FBB74A1E-641C-482D-908F-714B81FBC15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66947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5D07B7C-7E0B-4218-B28D-939AE593D458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1" y="342900"/>
            <a:ext cx="10439400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54E0EEFF-0C49-4C2C-BA88-E74979753F2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A37C9B56-CC74-4FB3-86D2-AA243BD0878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5FE69385-2F83-4005-91D8-E9722105AC3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54237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 - Pictur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44D05A49-DBAB-4512-AAB5-940A9A25480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86F0F944-0784-4A4B-8EFA-B10F8761E808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C8440F1F-DFBB-4CFA-9184-1D4F32B9DAC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02523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(L) - Chart (R) - Gray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81726" y="342900"/>
            <a:ext cx="5667376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792F2C2D-5967-457B-9ACC-01C6B9BAB795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C6C26C36-2A61-488C-9F3E-4CF1811CD95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D26ED566-764C-4FB8-A969-79EB0492488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07171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54E0EEFF-0C49-4C2C-BA88-E74979753F2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A37C9B56-CC74-4FB3-86D2-AA243BD0878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bg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5FE69385-2F83-4005-91D8-E9722105AC3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003542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84CAD64-E140-48CD-8E19-C1591943B32E}"/>
              </a:ext>
            </a:extLst>
          </p:cNvPr>
          <p:cNvSpPr txBox="1"/>
          <p:nvPr userDrawn="1"/>
        </p:nvSpPr>
        <p:spPr>
          <a:xfrm>
            <a:off x="7116990" y="2972051"/>
            <a:ext cx="3847184" cy="10156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lvl="0" algn="l"/>
            <a:r>
              <a:rPr lang="en-US" sz="2000" spc="300" dirty="0">
                <a:solidFill>
                  <a:schemeClr val="bg1"/>
                </a:solidFill>
                <a:latin typeface="+mj-lt"/>
              </a:rPr>
              <a:t>THE RELENTLESS PURSUIT OF SUCCESS. </a:t>
            </a:r>
            <a:r>
              <a:rPr lang="en-US" sz="2000" b="1" spc="300" dirty="0">
                <a:solidFill>
                  <a:schemeClr val="bg1"/>
                </a:solidFill>
                <a:latin typeface="+mj-lt"/>
              </a:rPr>
              <a:t>YOURS.</a:t>
            </a:r>
            <a:r>
              <a:rPr lang="en-US" sz="2000" dirty="0">
                <a:solidFill>
                  <a:schemeClr val="bg1"/>
                </a:solidFill>
                <a:latin typeface="+mj-lt"/>
              </a:rPr>
              <a:t>™</a:t>
            </a:r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EEC78F87-FFCA-40AE-893F-4E7D21BB52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7555" y="2131970"/>
            <a:ext cx="4333374" cy="25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065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485" y="1998056"/>
            <a:ext cx="2625029" cy="155222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613C1912-9311-47FA-8F72-81608D009D68}"/>
              </a:ext>
            </a:extLst>
          </p:cNvPr>
          <p:cNvSpPr txBox="1"/>
          <p:nvPr userDrawn="1"/>
        </p:nvSpPr>
        <p:spPr>
          <a:xfrm>
            <a:off x="0" y="3748810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Arial Narrow" panose="020B0606020202030204" pitchFamily="34" charset="0"/>
              </a:rPr>
              <a:t>THE RELENTLESS PURSUIT OF SUCCESS. </a:t>
            </a:r>
            <a:r>
              <a:rPr lang="en-US" sz="1800" b="1" dirty="0">
                <a:solidFill>
                  <a:schemeClr val="bg1"/>
                </a:solidFill>
                <a:latin typeface="Arial Narrow" panose="020B0606020202030204" pitchFamily="34" charset="0"/>
              </a:rPr>
              <a:t>YOURS.</a:t>
            </a:r>
            <a:r>
              <a:rPr lang="en-US" sz="1800" dirty="0">
                <a:solidFill>
                  <a:schemeClr val="bg1"/>
                </a:solidFill>
                <a:latin typeface="Arial Narrow" panose="020B0606020202030204" pitchFamily="34" charset="0"/>
              </a:rPr>
              <a:t>™</a:t>
            </a:r>
          </a:p>
        </p:txBody>
      </p:sp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date MM.DD.YYYY</a:t>
            </a:r>
          </a:p>
        </p:txBody>
      </p:sp>
    </p:spTree>
    <p:extLst>
      <p:ext uri="{BB962C8B-B14F-4D97-AF65-F5344CB8AC3E}">
        <p14:creationId xmlns:p14="http://schemas.microsoft.com/office/powerpoint/2010/main" val="30641938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BB97EB-0CC8-4925-A481-6EC72B87D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ctr">
              <a:defRPr sz="4000">
                <a:latin typeface="Arial Narrow" panose="020B0606020202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A close up of a sign&#10;&#10;Description generated with high confidence">
            <a:extLst>
              <a:ext uri="{FF2B5EF4-FFF2-40B4-BE49-F238E27FC236}">
                <a16:creationId xmlns:a16="http://schemas.microsoft.com/office/drawing/2014/main" xmlns="" id="{78D51446-6DDA-49E5-82C0-9145D92EB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4726" y="6168939"/>
            <a:ext cx="714374" cy="422361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xmlns="" id="{B5B08037-DC1E-46AC-98F9-BB902489F7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8308" y="1371600"/>
            <a:ext cx="10964091" cy="4572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0406367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BB97EB-0CC8-4925-A481-6EC72B87D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ctr">
              <a:defRPr sz="4000">
                <a:latin typeface="Arial Narrow" panose="020B0606020202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0FCB4D4-B830-4405-9B30-3421117FF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71600"/>
            <a:ext cx="5486400" cy="457200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Picture 6" descr="A close up of a sign&#10;&#10;Description generated with high confidence">
            <a:extLst>
              <a:ext uri="{FF2B5EF4-FFF2-40B4-BE49-F238E27FC236}">
                <a16:creationId xmlns:a16="http://schemas.microsoft.com/office/drawing/2014/main" xmlns="" id="{78D51446-6DDA-49E5-82C0-9145D92EB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4726" y="6168939"/>
            <a:ext cx="714374" cy="422361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CA9E790C-C8B4-46AC-A957-9895984FCB8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67450" y="1371600"/>
            <a:ext cx="5924550" cy="4572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4342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F4E9061D-C642-441A-9654-C6A5DBA18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29313" y="1588504"/>
            <a:ext cx="4333374" cy="2562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84CAD64-E140-48CD-8E19-C1591943B32E}"/>
              </a:ext>
            </a:extLst>
          </p:cNvPr>
          <p:cNvSpPr txBox="1"/>
          <p:nvPr userDrawn="1"/>
        </p:nvSpPr>
        <p:spPr>
          <a:xfrm>
            <a:off x="1585143" y="5488002"/>
            <a:ext cx="90217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 | ARCHITECTURE | CONSTRUCTION | CONSULTING</a:t>
            </a:r>
          </a:p>
        </p:txBody>
      </p:sp>
    </p:spTree>
    <p:extLst>
      <p:ext uri="{BB962C8B-B14F-4D97-AF65-F5344CB8AC3E}">
        <p14:creationId xmlns:p14="http://schemas.microsoft.com/office/powerpoint/2010/main" val="325644766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001" y="2303132"/>
            <a:ext cx="3807997" cy="2251736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</p:spTree>
    <p:extLst>
      <p:ext uri="{BB962C8B-B14F-4D97-AF65-F5344CB8AC3E}">
        <p14:creationId xmlns:p14="http://schemas.microsoft.com/office/powerpoint/2010/main" val="102269366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 Client Logo (NEED PERMISS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1831" y="1227826"/>
            <a:ext cx="2954410" cy="1746994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03B272C9-0A9F-4C36-9DA4-6DBA52EA2D4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631831" y="3974620"/>
            <a:ext cx="2954410" cy="1616279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514281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3423" y="2361921"/>
            <a:ext cx="3609154" cy="21341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xmlns="" id="{82D5075D-7605-42B2-9196-1F820E2EBA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2557" y="351976"/>
            <a:ext cx="5396541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agenda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xmlns="" id="{4BC928AF-8D96-4EE4-94B4-5D073B3706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2558" y="1219200"/>
            <a:ext cx="5396542" cy="5181600"/>
          </a:xfrm>
        </p:spPr>
        <p:txBody>
          <a:bodyPr>
            <a:noAutofit/>
          </a:bodyPr>
          <a:lstStyle>
            <a:lvl1pPr marL="457200" indent="-457200">
              <a:buFont typeface="+mj-lt"/>
              <a:buAutoNum type="arabicPlain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9703062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5E61AA-7BD6-49CA-99B9-110880C84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3090446"/>
            <a:ext cx="10972798" cy="677108"/>
          </a:xfrm>
        </p:spPr>
        <p:txBody>
          <a:bodyPr anchor="t">
            <a:noAutofit/>
          </a:bodyPr>
          <a:lstStyle>
            <a:lvl1pPr algn="ctr">
              <a:defRPr sz="5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478073"/>
            <a:ext cx="717313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80427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xmlns="" id="{022E846A-6873-461C-B820-2CC82EBC70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3090068"/>
            <a:ext cx="10972800" cy="67786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73BFE318-201C-4100-8CCC-96F5CFE2B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32667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rm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0527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085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642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accent1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4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xmlns="" id="{14212C42-ADE6-4A99-AD26-FDBD5C2F46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96A79AC9-425D-40AC-83F8-14A27FCF4A1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7D5050D1-EA52-4F52-93DF-57CA509CDF0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xmlns="" id="{88C77762-1029-4DDA-BBB4-7D3411DE5FC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84B4E492-015E-414A-A88B-77858F411D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008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accent1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C0313A64-68CE-48F5-9627-9602677EDC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996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</p:spTree>
    <p:extLst>
      <p:ext uri="{BB962C8B-B14F-4D97-AF65-F5344CB8AC3E}">
        <p14:creationId xmlns:p14="http://schemas.microsoft.com/office/powerpoint/2010/main" val="88205333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rm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Arial 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89323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568947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58094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2944448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9323" y="2944447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xmlns="" id="{AE09D0DF-5623-4F42-9C77-6FE63B77F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946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xmlns="" id="{E07C39E2-B460-4AB3-96C7-6976B79F67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67620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xmlns="" id="{7B640097-DC49-471C-84C8-79A47F50E6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09700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xmlns="" id="{F40216A3-CCF5-4BC4-B217-DC37C38730B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89323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xmlns="" id="{51E2AB5B-5320-4BFF-A004-9A8134DD2CD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568947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xmlns="" id="{CE56CE63-D587-4FA5-BBC7-FC182A0C63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658094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xmlns="" id="{9C20A734-B25C-4A05-A5B0-D9B452A717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09700" y="5562598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F95ECC52-C39C-474B-8EDE-31167A2F59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89323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FACC30D6-ACE3-449C-B8B1-8B3257E86E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568946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xmlns="" id="{46A4CEA2-AAC8-4FD3-BACC-96170782625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67620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xmlns="" id="{02883E02-153F-4EE7-AA08-9A091D81001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737715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xmlns="" id="{FF090DFC-77DE-495A-A84E-EBC99D65D43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47241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xmlns="" id="{5BB4F394-2880-4580-A21E-786FB40DE1C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737715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 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xmlns="" id="{971E40E9-6A88-4924-973D-69266A0FB32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747241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xmlns="" id="{47A99A6A-62BE-4042-B0F1-D764A3E3CF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xmlns="" id="{DC7AF874-82F9-489A-9612-44CC80FFA5B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xmlns="" id="{784C43B9-D481-48AD-9DCE-1764391D577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3" name="Graphic 32">
              <a:extLst>
                <a:ext uri="{FF2B5EF4-FFF2-40B4-BE49-F238E27FC236}">
                  <a16:creationId xmlns:a16="http://schemas.microsoft.com/office/drawing/2014/main" xmlns="" id="{1083E77B-1F12-4B5B-A69D-F0B826EB01A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525976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Full-Leng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5709970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570996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DB6AD271-6E19-4139-A17A-A70DAB1653D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98A825F1-C7D1-4DED-86DB-5E67A0502291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0B738EA1-8E39-4133-BE6D-CD51324C91E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0CDD99EF-39DE-449A-86D4-D258410E86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424468" y="8667"/>
            <a:ext cx="4767532" cy="6858000"/>
          </a:xfrm>
          <a:effectLst>
            <a:outerShdw blurRad="63500" dist="25400" dir="2700000" algn="tl" rotWithShape="0">
              <a:schemeClr val="tx1">
                <a:alpha val="25000"/>
              </a:schemeClr>
            </a:outerShdw>
          </a:effectLst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full-length .</a:t>
            </a:r>
            <a:r>
              <a:rPr lang="en-US" dirty="0" err="1"/>
              <a:t>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74197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E23B305B-8F35-4417-ABB2-1AD7AA58B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10439398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BD9A98D7-B0B7-44F0-AA01-46BD70EDE5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2AC7EC07-82A0-4389-A6CD-943F5F3873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3696D6EC-B8B5-4E92-98AA-BE25A4C08E1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D847B69-672C-4F0C-9218-3E9E2B52DA9D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C3705A9D-804F-4DF1-8F6A-10F5838272C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095665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xmlns="" id="{D7A87A17-0DDD-4C70-B51F-E30D4175792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1832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70DD3DF7-2874-44FE-9254-A92FA795D621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82205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E0854D6-640C-4A22-A012-D1CE4A04D6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18325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7068E724-1020-4B87-87C3-8AD1B91157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22057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xmlns="" id="{EE871D3B-8F63-4D1E-97E0-CD8A4EB6C5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74FF0A11-5B86-4167-AB56-7F6C5A1B4BA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xmlns="" id="{7AC6817C-05D6-4FD3-BB9F-1EA8F713286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xmlns="" id="{8321179F-DF0C-4083-BF34-66B2E8CFBDD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795291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C81DB5E0-E921-40B2-8FE1-EA4979C54D61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FD8D27BB-C50D-45EB-9CD1-A77084CD442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68680613-DE81-4B31-BEF9-FA2D0CCD03F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F0F499C7-70CB-423E-87E5-7C428C1C468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6096000" cy="6752326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91933969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A2C4E93A-2D03-492A-A14A-B8AA46AFE52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6000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DC4DFCC2-1D01-4B35-892B-205184DA1CA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B0EA5A5E-C083-4105-8D5E-48B3B264646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7BD40216-B6F5-4277-9F6B-BECF05B4BF4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113963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699" y="351976"/>
            <a:ext cx="10439401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 | Location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1219200"/>
            <a:ext cx="12192000" cy="5524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5936D944-3D36-419F-91B4-0D2EFF94741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D6C76AD2-B515-43E2-BD00-B45D4034300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0EE7483E-66B5-4720-8BDB-CB1DDA3028A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0620110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124A1C53-8CEB-4D54-A7A7-73DE76FFC7E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22B716BD-B89D-45F3-9F42-C4C79C6CE5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6BAAE2BA-2DFA-499A-B921-C6C12109017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xmlns="" id="{9ED9BFFB-B560-4B05-A6BD-55C7FE3BBF4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8D71C397-CD9C-4428-8A9F-9189D7D562C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982226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0970AD4A-0C4D-44B3-B6A2-CBE546434E3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A8D913C4-ABA8-489E-A285-4A47EC11CC5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67098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CDDC17A-1601-4DC8-85A2-C7FFC543F5E4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E343AC20-192E-4B8E-9C04-D6FDB14085A9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27DFFEC1-88C4-40E3-9FEB-F34E1545AEF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29910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-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4C641082-FE40-4847-9995-31F5512CD6F4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xmlns="" id="{CF1C92F2-35F4-44ED-8349-8A5C77A8B1D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1833D48B-D7BF-49F8-A536-11DD56582D4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447509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858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87694732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/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xmlns="" id="{CF03050E-6F57-479C-B5CA-153FA5A9D13B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FD9B256D-3D1C-42B5-9E3F-040784C213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DE7E752E-F0E8-428A-9C11-888DDEF03E7F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2D49886-63C1-4DEE-BE6D-75733E2E62F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4300D84F-C148-4C4B-BBE7-D28B2E54610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30664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4" name="Chart Placeholder 3">
            <a:extLst>
              <a:ext uri="{FF2B5EF4-FFF2-40B4-BE49-F238E27FC236}">
                <a16:creationId xmlns:a16="http://schemas.microsoft.com/office/drawing/2014/main" xmlns="" id="{CEA7AB59-7E6E-4184-8AA7-8AD25E87373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096000" y="351976"/>
            <a:ext cx="5753101" cy="604882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DB21B93-915C-4A1E-83F8-DAC817EC4316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E33531E5-A93D-4C4D-8C34-FADC44370911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FE9AABC6-AE94-484E-A48E-781AB55CCE3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6009861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rt Placeholder 3">
            <a:extLst>
              <a:ext uri="{FF2B5EF4-FFF2-40B4-BE49-F238E27FC236}">
                <a16:creationId xmlns:a16="http://schemas.microsoft.com/office/drawing/2014/main" xmlns="" id="{E506015B-3392-4620-89EE-35ED6DDE516B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352424" y="342900"/>
            <a:ext cx="574357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637CAE2A-D083-4DF6-B990-C9877348A4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700837D2-0839-49CD-A172-38BC61FAFBE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672DF0F1-C3C6-4475-B21E-F63AE928BD1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83585C43-6921-46E3-99F4-FFADF84EA05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0849683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10" name="Chart Placeholder 3">
            <a:extLst>
              <a:ext uri="{FF2B5EF4-FFF2-40B4-BE49-F238E27FC236}">
                <a16:creationId xmlns:a16="http://schemas.microsoft.com/office/drawing/2014/main" xmlns="" id="{D972A839-322D-48EF-B64D-307C5D172AC9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191250" y="342900"/>
            <a:ext cx="564832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838D236E-9A1F-4D84-83D9-465A6707123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35C33C6A-AE2A-4D2D-B4C9-67FEE627426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C8A72E2A-662F-4C29-8102-268DF9C95EE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295645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rt Placeholder 3">
            <a:extLst>
              <a:ext uri="{FF2B5EF4-FFF2-40B4-BE49-F238E27FC236}">
                <a16:creationId xmlns:a16="http://schemas.microsoft.com/office/drawing/2014/main" xmlns="" id="{EA6A6BF2-839D-4544-A0CE-71E6BDFF52D3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1409700" y="342900"/>
            <a:ext cx="10439401" cy="292417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638409C4-C99B-4D84-9003-0B08BABDC3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64BEC824-A0AA-4DB4-8B35-EEE25D41128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0" y="3457573"/>
            <a:ext cx="10439401" cy="294322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D45397AF-D77C-4010-828B-948CD0D05568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05CA5E4A-B6C6-40CA-B064-D165BB7D463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E598E678-9567-47AC-A2D7-9A8ECA64B2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552380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5D07B7C-7E0B-4218-B28D-939AE593D458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1" y="342900"/>
            <a:ext cx="10439400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9052DAF2-141E-4CF6-A8CA-C5E512E7E2BE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6FEAE51E-BB3F-4380-B24D-0F443292382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95BF42C4-7EF0-4E81-9FC7-D0434E1242B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82503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 - Pictur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45A9A6EB-ACAA-43D3-8742-032B7D4AC5D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4DAD8571-F473-4ECC-A229-2A0AE79B5B31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2742169B-2272-4B57-91A7-9AC6E121508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076581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(L) - Chart (R) - Gray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81726" y="342900"/>
            <a:ext cx="5667376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1B8907AC-FB22-4F34-95C3-A25ED83718B4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A4DFEEE9-454A-4FF0-8385-008EBCE95AE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EA68CE3E-E955-476B-9229-D25ADF28E6B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948265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6C923750-73C0-4D48-AA74-BA2C277D2D3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B2A45731-A161-4E0E-967B-37278625E91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xmlns="" id="{47E9AA8E-D501-4E18-A04C-992A19A6952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6222823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EEC78F87-FFCA-40AE-893F-4E7D21BB52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7555" y="2131970"/>
            <a:ext cx="4333374" cy="2562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C74E28E8-DAF6-4467-92D1-96A7699C241C}"/>
              </a:ext>
            </a:extLst>
          </p:cNvPr>
          <p:cNvSpPr txBox="1"/>
          <p:nvPr userDrawn="1"/>
        </p:nvSpPr>
        <p:spPr>
          <a:xfrm>
            <a:off x="7116989" y="2972051"/>
            <a:ext cx="38730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US" sz="2000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RELENTLESS PURSUIT OF SUCCESS. </a:t>
            </a:r>
            <a:r>
              <a:rPr lang="en-US" sz="2000" b="1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YOURS.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™</a:t>
            </a:r>
          </a:p>
        </p:txBody>
      </p:sp>
    </p:spTree>
    <p:extLst>
      <p:ext uri="{BB962C8B-B14F-4D97-AF65-F5344CB8AC3E}">
        <p14:creationId xmlns:p14="http://schemas.microsoft.com/office/powerpoint/2010/main" val="244444872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F4E9061D-C642-441A-9654-C6A5DBA18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29313" y="1588504"/>
            <a:ext cx="4333374" cy="2562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84CAD64-E140-48CD-8E19-C1591943B32E}"/>
              </a:ext>
            </a:extLst>
          </p:cNvPr>
          <p:cNvSpPr txBox="1"/>
          <p:nvPr userDrawn="1"/>
        </p:nvSpPr>
        <p:spPr>
          <a:xfrm>
            <a:off x="1805117" y="5488002"/>
            <a:ext cx="858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 | ARCHITECTURE | CONSTRUCTION | CONSULTING</a:t>
            </a:r>
          </a:p>
        </p:txBody>
      </p:sp>
    </p:spTree>
    <p:extLst>
      <p:ext uri="{BB962C8B-B14F-4D97-AF65-F5344CB8AC3E}">
        <p14:creationId xmlns:p14="http://schemas.microsoft.com/office/powerpoint/2010/main" val="123743724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001" y="2303132"/>
            <a:ext cx="3807997" cy="2251736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</p:spTree>
    <p:extLst>
      <p:ext uri="{BB962C8B-B14F-4D97-AF65-F5344CB8AC3E}">
        <p14:creationId xmlns:p14="http://schemas.microsoft.com/office/powerpoint/2010/main" val="386850083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 Client Logo (NEED PERMISS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1831" y="1227826"/>
            <a:ext cx="2954410" cy="1746994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03B272C9-0A9F-4C36-9DA4-6DBA52EA2D4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631831" y="3974620"/>
            <a:ext cx="2954410" cy="1616279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31634191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3423" y="2361921"/>
            <a:ext cx="3609154" cy="21341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xmlns="" id="{82D5075D-7605-42B2-9196-1F820E2EBA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2557" y="351976"/>
            <a:ext cx="5396541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agenda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xmlns="" id="{4BC928AF-8D96-4EE4-94B4-5D073B3706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2558" y="1219200"/>
            <a:ext cx="5396542" cy="5181600"/>
          </a:xfrm>
        </p:spPr>
        <p:txBody>
          <a:bodyPr>
            <a:noAutofit/>
          </a:bodyPr>
          <a:lstStyle>
            <a:lvl1pPr marL="457200" indent="-457200">
              <a:buFont typeface="+mj-lt"/>
              <a:buAutoNum type="arabicPlain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556322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5E61AA-7BD6-49CA-99B9-110880C84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3090446"/>
            <a:ext cx="10972798" cy="677108"/>
          </a:xfrm>
        </p:spPr>
        <p:txBody>
          <a:bodyPr anchor="t">
            <a:noAutofit/>
          </a:bodyPr>
          <a:lstStyle>
            <a:lvl1pPr algn="ctr">
              <a:defRPr sz="5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478073"/>
            <a:ext cx="717313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25342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xmlns="" id="{022E846A-6873-461C-B820-2CC82EBC70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3090068"/>
            <a:ext cx="10972800" cy="67786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73BFE318-201C-4100-8CCC-96F5CFE2B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6380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0527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085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642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accent2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4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xmlns="" id="{14212C42-ADE6-4A99-AD26-FDBD5C2F46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96A79AC9-425D-40AC-83F8-14A27FCF4A1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7D5050D1-EA52-4F52-93DF-57CA509CDF0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xmlns="" id="{88C77762-1029-4DDA-BBB4-7D3411DE5FC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84B4E492-015E-414A-A88B-77858F411D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008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accent2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C0313A64-68CE-48F5-9627-9602677EDC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996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</p:spTree>
    <p:extLst>
      <p:ext uri="{BB962C8B-B14F-4D97-AF65-F5344CB8AC3E}">
        <p14:creationId xmlns:p14="http://schemas.microsoft.com/office/powerpoint/2010/main" val="125066605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89323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568947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58094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2944448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9323" y="2944447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xmlns="" id="{AE09D0DF-5623-4F42-9C77-6FE63B77F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946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xmlns="" id="{E07C39E2-B460-4AB3-96C7-6976B79F67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67620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xmlns="" id="{7B640097-DC49-471C-84C8-79A47F50E6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09700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xmlns="" id="{F40216A3-CCF5-4BC4-B217-DC37C38730B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89323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xmlns="" id="{51E2AB5B-5320-4BFF-A004-9A8134DD2CD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568947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xmlns="" id="{CE56CE63-D587-4FA5-BBC7-FC182A0C63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658094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xmlns="" id="{9C20A734-B25C-4A05-A5B0-D9B452A717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09700" y="5562598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F95ECC52-C39C-474B-8EDE-31167A2F59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89323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FACC30D6-ACE3-449C-B8B1-8B3257E86E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568946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xmlns="" id="{46A4CEA2-AAC8-4FD3-BACC-96170782625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67620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xmlns="" id="{02883E02-153F-4EE7-AA08-9A091D81001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737715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xmlns="" id="{FF090DFC-77DE-495A-A84E-EBC99D65D43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47241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xmlns="" id="{5BB4F394-2880-4580-A21E-786FB40DE1C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737715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xmlns="" id="{971E40E9-6A88-4924-973D-69266A0FB32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747241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xmlns="" id="{47A99A6A-62BE-4042-B0F1-D764A3E3CF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xmlns="" id="{73623879-F9EF-4616-9E6D-4F0671E70C71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xmlns="" id="{2803A25C-A09C-40DA-B55E-EC3FF15EBC7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xmlns="" id="{6B347F91-51F6-4763-8AB5-72A2595F895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6389063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Full-Leng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5709970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570996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939A4145-B48E-4A71-86D0-0F075CC077EE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0B0CF95F-6FA4-42AF-A6AB-9D713E42FC2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BF57F456-46AF-4DD0-B711-B59D176CA70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xmlns="" id="{65753191-6D0B-406F-8A9B-7A507047B3C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424468" y="8667"/>
            <a:ext cx="4767532" cy="6858000"/>
          </a:xfrm>
          <a:effectLst>
            <a:outerShdw blurRad="63500" dist="25400" dir="2700000" algn="tl" rotWithShape="0">
              <a:schemeClr val="tx1">
                <a:alpha val="25000"/>
              </a:schemeClr>
            </a:outerShdw>
          </a:effectLst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full-length .</a:t>
            </a:r>
            <a:r>
              <a:rPr lang="en-US" dirty="0" err="1"/>
              <a:t>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981219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E23B305B-8F35-4417-ABB2-1AD7AA58B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10439398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BD9A98D7-B0B7-44F0-AA01-46BD70EDE5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2AC7EC07-82A0-4389-A6CD-943F5F3873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DBECC6F2-FB93-4FBE-AD04-D53F66144C96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FAA2213F-150D-4924-ADAA-D331549EA94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28962C81-33B8-4B4F-9645-7CE8D628BBD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9697031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xmlns="" id="{D7A87A17-0DDD-4C70-B51F-E30D4175792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1832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70DD3DF7-2874-44FE-9254-A92FA795D621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82205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E0854D6-640C-4A22-A012-D1CE4A04D6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18325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7068E724-1020-4B87-87C3-8AD1B91157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22057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xmlns="" id="{EE871D3B-8F63-4D1E-97E0-CD8A4EB6C5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B669C04D-2E50-40A9-9203-77C3403ED24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6E8F6254-66DA-4203-9817-7D657843D3D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91422A10-7E49-4D58-8A8C-9CF2C469B02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36281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A47D169F-2146-4AC5-A0A8-F3AB20E6C44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35A11DFB-2FA1-4E53-B4ED-E449A97D728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1C4B20FA-D362-4D60-9E28-8FB23DEF510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xmlns="" id="{1F0E32A2-41B9-46BC-B82C-84895EB200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6096000" cy="6752326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202243170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A2C4E93A-2D03-492A-A14A-B8AA46AFE52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6000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276C5F4A-0177-4EAE-9FAB-C711842CABB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054929B4-0C8C-43A2-8C88-40681CDBA01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842C76B5-8ADB-4BFD-8577-BAF6A37DD7C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87277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699" y="351976"/>
            <a:ext cx="10439401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 | Location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1219200"/>
            <a:ext cx="12192000" cy="5524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85F4E12C-0045-4896-8FF3-59031C43A645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92AD80C7-0B25-4F98-A2F0-6FFE58114BF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8D1BCCEC-66DE-41D8-8B9D-F66FFC4A049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336691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124A1C53-8CEB-4D54-A7A7-73DE76FFC7E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22B716BD-B89D-45F3-9F42-C4C79C6CE5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D8343B34-ED86-4414-A88A-BFE88457640F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xmlns="" id="{D3B5C258-C5CD-4281-B58D-F4021DCAF002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0E86295D-47C1-4A3C-98C1-3AA6DDD1804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3507332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0970AD4A-0C4D-44B3-B6A2-CBE546434E3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A8D913C4-ABA8-489E-A285-4A47EC11CC5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67098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E3B48764-763C-4C0C-9647-872B97593FA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0F380D78-5952-47BD-8D58-9AD001A922C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108053A8-BB04-4F6F-847A-7F04CA0D031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846656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-Nav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D969F2AC-D23B-4AC5-AFEA-CAA24F309268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A1F80F5E-8694-494A-ACB0-F814AA59305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E0BAD6E4-94DD-427D-8BBD-FE896C963B2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804452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858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24971827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/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xmlns="" id="{CF03050E-6F57-479C-B5CA-153FA5A9D13B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FD9B256D-3D1C-42B5-9E3F-040784C213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B608A7E9-B21A-4910-B2ED-BC1F2A9BF9AA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68B67888-1EBF-4A56-9E8F-1F121A97A6E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699EB056-0C8F-48D2-9506-51DBD57FA36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73424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4" name="Chart Placeholder 3">
            <a:extLst>
              <a:ext uri="{FF2B5EF4-FFF2-40B4-BE49-F238E27FC236}">
                <a16:creationId xmlns:a16="http://schemas.microsoft.com/office/drawing/2014/main" xmlns="" id="{CEA7AB59-7E6E-4184-8AA7-8AD25E87373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096000" y="351976"/>
            <a:ext cx="5753101" cy="604882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EF42839E-9277-4892-8C52-82FFB04F5485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xmlns="" id="{547BB673-8935-4796-BF33-9EE8B4C24C0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51F7A793-E9D0-45CE-9F0E-9D20D3CF7C1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80893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rt Placeholder 3">
            <a:extLst>
              <a:ext uri="{FF2B5EF4-FFF2-40B4-BE49-F238E27FC236}">
                <a16:creationId xmlns:a16="http://schemas.microsoft.com/office/drawing/2014/main" xmlns="" id="{E506015B-3392-4620-89EE-35ED6DDE516B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352424" y="342900"/>
            <a:ext cx="574357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637CAE2A-D083-4DF6-B990-C9877348A4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262A11C8-2B68-4ADC-9394-01398CB281B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ED187408-4C32-45D1-944B-CCD660035D1E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xmlns="" id="{B54BBCD5-36C1-4584-987A-1CBFBF8099F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336909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10" name="Chart Placeholder 3">
            <a:extLst>
              <a:ext uri="{FF2B5EF4-FFF2-40B4-BE49-F238E27FC236}">
                <a16:creationId xmlns:a16="http://schemas.microsoft.com/office/drawing/2014/main" xmlns="" id="{D972A839-322D-48EF-B64D-307C5D172AC9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191250" y="342900"/>
            <a:ext cx="564832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17C592BA-45B3-4C7C-82B4-15B54F6DD438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BE3BD53D-826B-4F43-92F0-EF8D5C408A39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28563A1D-5BAE-4F42-87F7-AAB0004F70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2528057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rt Placeholder 3">
            <a:extLst>
              <a:ext uri="{FF2B5EF4-FFF2-40B4-BE49-F238E27FC236}">
                <a16:creationId xmlns:a16="http://schemas.microsoft.com/office/drawing/2014/main" xmlns="" id="{EA6A6BF2-839D-4544-A0CE-71E6BDFF52D3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1409700" y="342900"/>
            <a:ext cx="10439401" cy="292417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638409C4-C99B-4D84-9003-0B08BABDC3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64BEC824-A0AA-4DB4-8B35-EEE25D41128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0" y="3457573"/>
            <a:ext cx="10439401" cy="294322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4DCD6EC4-99A9-488A-B723-F42AC13C4CF3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973D2D0C-8A00-47F1-8E00-DE2A8EEE7709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93D6C3D6-99EA-46CB-809C-05064F43251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2547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5D07B7C-7E0B-4218-B28D-939AE593D458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1" y="342900"/>
            <a:ext cx="10439400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14033E5F-E0F2-454A-9760-58227CEE5A9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8373A5DD-C5BD-4083-8F05-04014552D70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39FCFD3F-72B7-4C45-A513-181E83B834D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06298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 - Pictur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88810E83-CDD1-4ADD-8B8C-A4D1C5B2E78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E458485C-C096-4F0A-B98A-D4F0F61651BB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DAD5C122-5304-46C2-BCFB-411B9A756DE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5519022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(L) - Chart (R) - Gray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81726" y="342900"/>
            <a:ext cx="5667376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chart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2E840BD7-13D3-4AB6-8A48-DF6ECDA742C5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B6A8E8FB-BCDD-45F6-86A3-45B2DDF8613A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3D3F96D8-E29D-4CEF-AAF4-E5542540AD6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680857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EB545F1F-F66A-44EC-B283-3B9B4983ECC1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ED0E706C-6D28-4D63-BA30-E9911BD5E6C8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B1FCEE77-BFE1-4C85-A2EF-A34E2813AC2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7171342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EEC78F87-FFCA-40AE-893F-4E7D21BB52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7555" y="2131970"/>
            <a:ext cx="4333374" cy="2562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4D90C1C-B499-4D29-A030-DE2A7D104F4A}"/>
              </a:ext>
            </a:extLst>
          </p:cNvPr>
          <p:cNvSpPr txBox="1"/>
          <p:nvPr userDrawn="1"/>
        </p:nvSpPr>
        <p:spPr>
          <a:xfrm>
            <a:off x="7116989" y="2972051"/>
            <a:ext cx="38730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US" sz="2000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RELENTLESS PURSUIT OF SUCCESS. </a:t>
            </a:r>
            <a:r>
              <a:rPr lang="en-US" sz="2000" b="1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YOURS.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™</a:t>
            </a:r>
          </a:p>
        </p:txBody>
      </p:sp>
    </p:spTree>
    <p:extLst>
      <p:ext uri="{BB962C8B-B14F-4D97-AF65-F5344CB8AC3E}">
        <p14:creationId xmlns:p14="http://schemas.microsoft.com/office/powerpoint/2010/main" val="2936962240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F4E9061D-C642-441A-9654-C6A5DBA18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29313" y="1588504"/>
            <a:ext cx="4333374" cy="2562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84CAD64-E140-48CD-8E19-C1591943B32E}"/>
              </a:ext>
            </a:extLst>
          </p:cNvPr>
          <p:cNvSpPr txBox="1"/>
          <p:nvPr userDrawn="1"/>
        </p:nvSpPr>
        <p:spPr>
          <a:xfrm>
            <a:off x="1882755" y="5488002"/>
            <a:ext cx="84264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 | ARCHITECTURE | CONSTRUCTION | CONSULTING</a:t>
            </a:r>
          </a:p>
        </p:txBody>
      </p:sp>
    </p:spTree>
    <p:extLst>
      <p:ext uri="{BB962C8B-B14F-4D97-AF65-F5344CB8AC3E}">
        <p14:creationId xmlns:p14="http://schemas.microsoft.com/office/powerpoint/2010/main" val="391806165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001" y="2303132"/>
            <a:ext cx="3807997" cy="2251736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</p:spTree>
    <p:extLst>
      <p:ext uri="{BB962C8B-B14F-4D97-AF65-F5344CB8AC3E}">
        <p14:creationId xmlns:p14="http://schemas.microsoft.com/office/powerpoint/2010/main" val="303429684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 Client Logo (NEED PERMISS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1831" y="1227826"/>
            <a:ext cx="2954410" cy="1746994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03B272C9-0A9F-4C36-9DA4-6DBA52EA2D4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631831" y="3974620"/>
            <a:ext cx="2954410" cy="1616279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633459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3423" y="2361921"/>
            <a:ext cx="3609154" cy="21341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xmlns="" id="{82D5075D-7605-42B2-9196-1F820E2EBA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2557" y="351976"/>
            <a:ext cx="5396541" cy="663657"/>
          </a:xfrm>
        </p:spPr>
        <p:txBody>
          <a:bodyPr>
            <a:noAutofit/>
          </a:bodyPr>
          <a:lstStyle>
            <a:lvl1pPr algn="l">
              <a:defRPr sz="4000">
                <a:latin typeface="Arial Narrow" panose="020B0606020202030204" pitchFamily="34" charset="0"/>
              </a:defRPr>
            </a:lvl1pPr>
          </a:lstStyle>
          <a:p>
            <a:r>
              <a:rPr lang="en-US" dirty="0"/>
              <a:t>Click to edit agenda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xmlns="" id="{4BC928AF-8D96-4EE4-94B4-5D073B3706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2558" y="1219200"/>
            <a:ext cx="5396542" cy="5181600"/>
          </a:xfrm>
        </p:spPr>
        <p:txBody>
          <a:bodyPr>
            <a:noAutofit/>
          </a:bodyPr>
          <a:lstStyle>
            <a:lvl1pPr marL="457200" indent="-457200">
              <a:buFont typeface="+mj-lt"/>
              <a:buAutoNum type="arabicPlain"/>
              <a:defRPr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78456056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5E61AA-7BD6-49CA-99B9-110880C84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3090446"/>
            <a:ext cx="10972798" cy="677108"/>
          </a:xfrm>
        </p:spPr>
        <p:txBody>
          <a:bodyPr anchor="t">
            <a:noAutofit/>
          </a:bodyPr>
          <a:lstStyle>
            <a:lvl1pPr algn="ctr">
              <a:defRPr sz="5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478073"/>
            <a:ext cx="717313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27461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xmlns="" id="{022E846A-6873-461C-B820-2CC82EBC70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3090068"/>
            <a:ext cx="10972800" cy="677863"/>
          </a:xfr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73BFE318-201C-4100-8CCC-96F5CFE2B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495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Autofit/>
          </a:bodyPr>
          <a:lstStyle>
            <a:lvl1pPr algn="l">
              <a:defRPr sz="4000">
                <a:latin typeface="Arial 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0527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085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642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4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xmlns="" id="{14212C42-ADE6-4A99-AD26-FDBD5C2F46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96A79AC9-425D-40AC-83F8-14A27FCF4A1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7D5050D1-EA52-4F52-93DF-57CA509CDF0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xmlns="" id="{88C77762-1029-4DDA-BBB4-7D3411DE5FC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84B4E492-015E-414A-A88B-77858F411D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0085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C0313A64-68CE-48F5-9627-9602677EDC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99600" y="4560844"/>
            <a:ext cx="1933576" cy="677091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</p:spTree>
    <p:extLst>
      <p:ext uri="{BB962C8B-B14F-4D97-AF65-F5344CB8AC3E}">
        <p14:creationId xmlns:p14="http://schemas.microsoft.com/office/powerpoint/2010/main" val="3312774070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89323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568947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58094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2944448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9323" y="2944447"/>
            <a:ext cx="1552580" cy="609602"/>
          </a:xfrm>
        </p:spPr>
        <p:txBody>
          <a:bodyPr>
            <a:noAutofit/>
          </a:bodyPr>
          <a:lstStyle>
            <a:lvl1pPr marL="0" indent="0" algn="ctr"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xmlns="" id="{AE09D0DF-5623-4F42-9C77-6FE63B77F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946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xmlns="" id="{E07C39E2-B460-4AB3-96C7-6976B79F67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67620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xmlns="" id="{7B640097-DC49-471C-84C8-79A47F50E6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09700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xmlns="" id="{F40216A3-CCF5-4BC4-B217-DC37C38730B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89323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xmlns="" id="{51E2AB5B-5320-4BFF-A004-9A8134DD2CD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568947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xmlns="" id="{CE56CE63-D587-4FA5-BBC7-FC182A0C63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658094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xmlns="" id="{9C20A734-B25C-4A05-A5B0-D9B452A717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09700" y="5562598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F95ECC52-C39C-474B-8EDE-31167A2F59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89323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FACC30D6-ACE3-449C-B8B1-8B3257E86E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568946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xmlns="" id="{46A4CEA2-AAC8-4FD3-BACC-96170782625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67620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xmlns="" id="{02883E02-153F-4EE7-AA08-9A091D81001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737715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xmlns="" id="{FF090DFC-77DE-495A-A84E-EBC99D65D43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47241" y="294444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xmlns="" id="{5BB4F394-2880-4580-A21E-786FB40DE1C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737715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xmlns="" id="{971E40E9-6A88-4924-973D-69266A0FB32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747241" y="5562597"/>
            <a:ext cx="1552580" cy="609602"/>
          </a:xfr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xmlns="" id="{47A99A6A-62BE-4042-B0F1-D764A3E3CF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xmlns="" id="{45473F3F-A175-4B8C-A13D-F42FBF6AD1CA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xmlns="" id="{0E504D80-8BFF-4415-A845-63ACAFB452C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Graphic 32">
              <a:extLst>
                <a:ext uri="{FF2B5EF4-FFF2-40B4-BE49-F238E27FC236}">
                  <a16:creationId xmlns:a16="http://schemas.microsoft.com/office/drawing/2014/main" xmlns="" id="{42011CE4-C088-437D-A04C-88C3D2B0877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100942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Full-Leng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5709970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570996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C86B391C-853D-4A18-B6CC-B07E2706BB42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A6CDB917-CB7A-4D92-B82E-7B0308608549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673EAF53-0832-457A-89B3-AACC5846568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57731A5A-6C98-46AB-9126-2DE3750A10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424468" y="8667"/>
            <a:ext cx="4767532" cy="6858000"/>
          </a:xfrm>
          <a:effectLst>
            <a:outerShdw blurRad="63500" dist="25400" dir="2700000" algn="tl" rotWithShape="0">
              <a:schemeClr val="tx1">
                <a:alpha val="25000"/>
              </a:schemeClr>
            </a:outerShdw>
          </a:effectLst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full-length .</a:t>
            </a:r>
            <a:r>
              <a:rPr lang="en-US" dirty="0" err="1"/>
              <a:t>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3031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E23B305B-8F35-4417-ABB2-1AD7AA58B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10439398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BD9A98D7-B0B7-44F0-AA01-46BD70EDE5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2AC7EC07-82A0-4389-A6CD-943F5F3873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6F69726F-BE39-4B21-B3E2-0E7484E7CD1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EF609F79-B284-4FE9-88B4-37D2D7C766F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1ABBB173-CB94-4C48-94B8-821F85F8C7D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66431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xmlns="" id="{D7A87A17-0DDD-4C70-B51F-E30D4175792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1832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70DD3DF7-2874-44FE-9254-A92FA795D621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822055" y="1219200"/>
            <a:ext cx="5027045" cy="42935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E0854D6-640C-4A22-A012-D1CE4A04D6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18325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7068E724-1020-4B87-87C3-8AD1B91157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22057" y="1790699"/>
            <a:ext cx="5027043" cy="4610101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xmlns="" id="{EE871D3B-8F63-4D1E-97E0-CD8A4EB6C5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080B7126-7287-428E-B457-8A1E27A7139F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xmlns="" id="{99E61A9C-02ED-410D-841C-1CB5C21BFC8E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xmlns="" id="{A2AB5335-AAB6-416F-95FA-F5F06440F70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86036487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F269030C-B4B7-4A4F-84E1-7828E46464EE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388440AD-C899-495F-8F4E-9D4D42819475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427DD189-4335-485B-9983-25449363FBD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087F3943-3F5A-4D7A-B042-F910F7946D3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6096000" cy="6752326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38957408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A2C4E93A-2D03-492A-A14A-B8AA46AFE52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6000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CB1E11B0-A2FB-4189-85A7-1125D3CE2C18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46E0607B-347E-4ED7-8DAD-4DE25DD064E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9A2BFF77-5021-4414-907E-97B5EDE236B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54549224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699" y="351976"/>
            <a:ext cx="10439401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 | Location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1219200"/>
            <a:ext cx="12192000" cy="5524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1B08621D-617C-4588-9A91-CB36328E1034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03FBDE3B-A818-4830-A56F-DA17E611BDA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AE1FC21A-E7E4-450A-A9AE-F6CC990BFEF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99577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124A1C53-8CEB-4D54-A7A7-73DE76FFC7E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22B716BD-B89D-45F3-9F42-C4C79C6CE5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91850A25-B228-42E4-89FE-A53F698D93A8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3F47FE57-6ACD-43F4-ADE9-8E65CCE89CB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605F31C1-8480-4098-81C7-A4B5DFEFEF6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100289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0970AD4A-0C4D-44B3-B6A2-CBE546434E3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A8D913C4-ABA8-489E-A285-4A47EC11CC5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67098"/>
            <a:ext cx="12192000" cy="3276602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867E65E-88FF-404F-A2CD-AC9D140E442E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B702BF2A-A43A-4968-9EE7-A70A0BCBF03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508CB097-4695-4D8B-8D7C-901DF3C6EE8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155530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-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F6A81786-5D56-46DC-BB8F-E1818994792F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xmlns="" id="{F6CCE8FD-A13C-4A5C-919C-A4FC8B9DE545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B8EA8333-4D81-492B-881A-67429EC0C8E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5653454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858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2199396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/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xmlns="" id="{CF03050E-6F57-479C-B5CA-153FA5A9D13B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1409700" y="1219200"/>
            <a:ext cx="10439400" cy="51816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FD9B256D-3D1C-42B5-9E3F-040784C213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5159C543-EE9F-4CD0-86C4-112338FDB83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C693E608-31E8-4228-A817-C5743E6A651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63E7DF80-48B0-4133-91E6-7EFEF430DB5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01315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4" name="Chart Placeholder 3">
            <a:extLst>
              <a:ext uri="{FF2B5EF4-FFF2-40B4-BE49-F238E27FC236}">
                <a16:creationId xmlns:a16="http://schemas.microsoft.com/office/drawing/2014/main" xmlns="" id="{CEA7AB59-7E6E-4184-8AA7-8AD25E87373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096000" y="351976"/>
            <a:ext cx="5753101" cy="604882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chart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0676BB8C-9A90-4A34-9243-BDF14B04D985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9F437674-399D-4B73-999D-0A719F13D831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8E067B7A-AB47-4A20-B703-23AE3948EB3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3648426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rt Placeholder 3">
            <a:extLst>
              <a:ext uri="{FF2B5EF4-FFF2-40B4-BE49-F238E27FC236}">
                <a16:creationId xmlns:a16="http://schemas.microsoft.com/office/drawing/2014/main" xmlns="" id="{E506015B-3392-4620-89EE-35ED6DDE516B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352424" y="342900"/>
            <a:ext cx="574357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637CAE2A-D083-4DF6-B990-C9877348A4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DA84A293-40D0-415C-B3FB-F0EAAF93687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2F62A16A-D47D-495D-B564-93B256E2C2D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32D27BAA-0403-4B75-B263-E0945A3B8B4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63811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10" name="Chart Placeholder 3">
            <a:extLst>
              <a:ext uri="{FF2B5EF4-FFF2-40B4-BE49-F238E27FC236}">
                <a16:creationId xmlns:a16="http://schemas.microsoft.com/office/drawing/2014/main" xmlns="" id="{D972A839-322D-48EF-B64D-307C5D172AC9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191250" y="342900"/>
            <a:ext cx="5648325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E823A7F2-2211-4445-8E04-A89B11382CC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6D174C46-9869-4D89-9641-809F938BDF5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69E2C1F2-E49F-4BD0-9101-CCC614D7C5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5004866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rt Placeholder 3">
            <a:extLst>
              <a:ext uri="{FF2B5EF4-FFF2-40B4-BE49-F238E27FC236}">
                <a16:creationId xmlns:a16="http://schemas.microsoft.com/office/drawing/2014/main" xmlns="" id="{EA6A6BF2-839D-4544-A0CE-71E6BDFF52D3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1409700" y="342900"/>
            <a:ext cx="10439401" cy="292417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638409C4-C99B-4D84-9003-0B08BABDC3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64BEC824-A0AA-4DB4-8B35-EEE25D41128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0" y="3457573"/>
            <a:ext cx="10439401" cy="294322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19FCCCFD-4C85-4C6A-A0C0-DE97E9E1DEB4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xmlns="" id="{BC316334-C323-4262-AE4B-E03D7E9B21B2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E5A7C94A-B31C-466C-B75E-5DEA7911FC5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58930053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5D07B7C-7E0B-4218-B28D-939AE593D458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1" y="342900"/>
            <a:ext cx="10439400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chart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96B5F5AB-9502-4788-B029-A9BEF8929F2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65BD6871-6342-49AA-9687-ACF715CFFEE9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B927E823-85BB-42ED-87C7-FDE168CCACD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106221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 - Pictur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ADE644F7-1BB7-4173-9B00-52B5BE2FB81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5D55E556-3C39-4CFC-BBCC-1580C974BB2A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0F6144B4-D183-40A0-BC60-817A0B48EAD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563497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(L) - Chart (R) - Gray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10277" cy="67437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81726" y="342900"/>
            <a:ext cx="5667376" cy="60579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44DECEFA-F417-4CE2-BF6F-688BE03CD59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35E4327D-24A1-4828-9C9A-91B2000F3918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17FDFD8C-07B6-49FF-802E-4105F7E2CDE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43879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8D9F8FEE-DB33-4DFC-B208-D7C4225BEC0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74D04AE8-4222-47C6-957F-12A6C400093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xmlns="" id="{BDAAD7BF-9CBC-4B49-9665-6D1C59A2571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8318907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EEC78F87-FFCA-40AE-893F-4E7D21BB52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7555" y="2131970"/>
            <a:ext cx="4333374" cy="2562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2B80109-19A9-40CB-9C93-C76A4544321E}"/>
              </a:ext>
            </a:extLst>
          </p:cNvPr>
          <p:cNvSpPr txBox="1"/>
          <p:nvPr userDrawn="1"/>
        </p:nvSpPr>
        <p:spPr>
          <a:xfrm>
            <a:off x="7116989" y="2972051"/>
            <a:ext cx="38385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US" sz="2000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RELENTLESS PURSUIT OF SUCCESS. </a:t>
            </a:r>
            <a:r>
              <a:rPr lang="en-US" sz="2000" b="1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YOURS.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™</a:t>
            </a:r>
          </a:p>
        </p:txBody>
      </p:sp>
    </p:spTree>
    <p:extLst>
      <p:ext uri="{BB962C8B-B14F-4D97-AF65-F5344CB8AC3E}">
        <p14:creationId xmlns:p14="http://schemas.microsoft.com/office/powerpoint/2010/main" val="4014789344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F4E9061D-C642-441A-9654-C6A5DBA18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29313" y="1588504"/>
            <a:ext cx="4333374" cy="2562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84CAD64-E140-48CD-8E19-C1591943B32E}"/>
              </a:ext>
            </a:extLst>
          </p:cNvPr>
          <p:cNvSpPr txBox="1"/>
          <p:nvPr userDrawn="1"/>
        </p:nvSpPr>
        <p:spPr>
          <a:xfrm>
            <a:off x="1856875" y="5488002"/>
            <a:ext cx="8478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 | ARCHITECTURE | CONSTRUCTION | CONSULTING</a:t>
            </a:r>
          </a:p>
        </p:txBody>
      </p:sp>
    </p:spTree>
    <p:extLst>
      <p:ext uri="{BB962C8B-B14F-4D97-AF65-F5344CB8AC3E}">
        <p14:creationId xmlns:p14="http://schemas.microsoft.com/office/powerpoint/2010/main" val="2246498797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001" y="2303132"/>
            <a:ext cx="3807997" cy="2251736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</p:spTree>
    <p:extLst>
      <p:ext uri="{BB962C8B-B14F-4D97-AF65-F5344CB8AC3E}">
        <p14:creationId xmlns:p14="http://schemas.microsoft.com/office/powerpoint/2010/main" val="1553862283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 Client Logo (NEED PERMISS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1831" y="1227826"/>
            <a:ext cx="2954410" cy="1746994"/>
          </a:xfrm>
          <a:prstGeom prst="rect">
            <a:avLst/>
          </a:prstGeom>
        </p:spPr>
      </p:pic>
      <p:sp>
        <p:nvSpPr>
          <p:cNvPr id="7" name="Text Placeholder 19">
            <a:extLst>
              <a:ext uri="{FF2B5EF4-FFF2-40B4-BE49-F238E27FC236}">
                <a16:creationId xmlns:a16="http://schemas.microsoft.com/office/drawing/2014/main" xmlns="" id="{8B64A592-8AE0-4444-9BA8-B0089152E6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8389" y="2261568"/>
            <a:ext cx="5174010" cy="155993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xmlns="" id="{668F9555-8107-43D8-8D24-40AC696701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8389" y="3985234"/>
            <a:ext cx="5174010" cy="36933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name of presenter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03B272C9-0A9F-4C36-9DA4-6DBA52EA2D4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631831" y="3974620"/>
            <a:ext cx="2954410" cy="16162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4141509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-38100"/>
            <a:ext cx="6096000" cy="68961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3423" y="2361921"/>
            <a:ext cx="3609154" cy="21341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xmlns="" id="{82D5075D-7605-42B2-9196-1F820E2EBA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2557" y="351976"/>
            <a:ext cx="5396541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agenda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xmlns="" id="{4BC928AF-8D96-4EE4-94B4-5D073B3706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2558" y="1219200"/>
            <a:ext cx="5396542" cy="5181600"/>
          </a:xfrm>
          <a:prstGeom prst="rect">
            <a:avLst/>
          </a:prstGeom>
        </p:spPr>
        <p:txBody>
          <a:bodyPr>
            <a:noAutofit/>
          </a:bodyPr>
          <a:lstStyle>
            <a:lvl1pPr marL="457200" indent="-457200">
              <a:buFont typeface="+mj-lt"/>
              <a:buAutoNum type="arabicPlain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9677812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Gray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A75334D-329C-42BB-AC47-547B272C528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5E61AA-7BD6-49CA-99B9-110880C84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3090446"/>
            <a:ext cx="10972798" cy="677108"/>
          </a:xfrm>
        </p:spPr>
        <p:txBody>
          <a:bodyPr anchor="t">
            <a:noAutofit/>
          </a:bodyPr>
          <a:lstStyle>
            <a:lvl1pPr algn="ctr">
              <a:defRPr sz="5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3" name="Picture 22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0724CC24-21A7-40C6-8C0E-AF876DCA16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425" y="478073"/>
            <a:ext cx="717313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22768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xmlns="" id="{022E846A-6873-461C-B820-2CC82EBC70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3090068"/>
            <a:ext cx="10972800" cy="6778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73BFE318-201C-4100-8CCC-96F5CFE2B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59014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0527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0850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6425" y="2160544"/>
            <a:ext cx="1933576" cy="1933576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4560844"/>
            <a:ext cx="1933576" cy="6770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450" y="4560844"/>
            <a:ext cx="1933576" cy="6770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xmlns="" id="{14212C42-ADE6-4A99-AD26-FDBD5C2F46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96A79AC9-425D-40AC-83F8-14A27FCF4A1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7D5050D1-EA52-4F52-93DF-57CA509CDF00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xmlns="" id="{88C77762-1029-4DDA-BBB4-7D3411DE5FC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84B4E492-015E-414A-A88B-77858F411D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00850" y="4560844"/>
            <a:ext cx="1933576" cy="6770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C0313A64-68CE-48F5-9627-9602677EDC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99600" y="4560844"/>
            <a:ext cx="1933576" cy="6770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US" sz="22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</p:spTree>
    <p:extLst>
      <p:ext uri="{BB962C8B-B14F-4D97-AF65-F5344CB8AC3E}">
        <p14:creationId xmlns:p14="http://schemas.microsoft.com/office/powerpoint/2010/main" val="1972424172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AA8EF-078A-43AA-9561-26F5E959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xmlns="" id="{6AE6113C-EED3-4582-9779-57639D26AF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09700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xmlns="" id="{85516701-6F99-41B6-B3AB-EFA6A83995E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89323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xmlns="" id="{72B08F9E-72EC-4EFF-A44D-6D1F73A448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568947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xmlns="" id="{AF1B9E91-C4F8-4FCC-9DB1-C4686D6E81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58094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9D539A9F-3539-4DF0-A6D6-A199F1C202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9700" y="2944448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xmlns="" id="{C4B94EF6-8762-44FD-9AC5-D1F42284E2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9323" y="294444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xmlns="" id="{AE09D0DF-5623-4F42-9C77-6FE63B77F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946" y="294444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xmlns="" id="{E07C39E2-B460-4AB3-96C7-6976B79F67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67620" y="294444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xmlns="" id="{7B640097-DC49-471C-84C8-79A47F50E6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09700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xmlns="" id="{F40216A3-CCF5-4BC4-B217-DC37C38730B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89323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xmlns="" id="{51E2AB5B-5320-4BFF-A004-9A8134DD2CD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568947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xmlns="" id="{CE56CE63-D587-4FA5-BBC7-FC182A0C63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658094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xmlns="" id="{9C20A734-B25C-4A05-A5B0-D9B452A717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09700" y="5562598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xmlns="" id="{F95ECC52-C39C-474B-8EDE-31167A2F59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89323" y="556259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xmlns="" id="{FACC30D6-ACE3-449C-B8B1-8B3257E86E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568946" y="556259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xmlns="" id="{46A4CEA2-AAC8-4FD3-BACC-96170782625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67620" y="556259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xmlns="" id="{02883E02-153F-4EE7-AA08-9A091D81001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737715" y="1219200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xmlns="" id="{FF090DFC-77DE-495A-A84E-EBC99D65D43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47241" y="294444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xmlns="" id="{5BB4F394-2880-4580-A21E-786FB40DE1C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737715" y="3839795"/>
            <a:ext cx="1552580" cy="1552580"/>
          </a:xfrm>
          <a:prstGeom prst="ellipse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xmlns="" id="{971E40E9-6A88-4924-973D-69266A0FB32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747241" y="5562597"/>
            <a:ext cx="1552580" cy="60960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/>
            </a:lvl2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name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xmlns="" id="{47A99A6A-62BE-4042-B0F1-D764A3E3CF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xmlns="" id="{327FB0A9-38F8-433C-B98F-014DA059120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xmlns="" id="{B286B90F-4532-40F0-9BD7-C9FE92E7F88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xmlns="" id="{D19B9D9F-DF95-4D35-AA3F-E08E3133FC8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116937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Full-Leng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5709970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9700" y="1219200"/>
            <a:ext cx="5709969" cy="51816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39CC4A03-768A-4CD9-B262-CD3046820C33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D616D43-739C-4733-93F6-1506E151CEF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43778D9D-8AE8-445C-BBC4-AAF61C8AF60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xmlns="" id="{4A4C9381-AEE4-41FA-9BA7-B2ADFDB3884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424468" y="8667"/>
            <a:ext cx="4767532" cy="6858000"/>
          </a:xfrm>
          <a:effectLst>
            <a:outerShdw blurRad="63500" dist="25400" dir="2700000" algn="tl" rotWithShape="0">
              <a:schemeClr val="tx1">
                <a:alpha val="25000"/>
              </a:schemeClr>
            </a:outerShdw>
          </a:effectLst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full-length .</a:t>
            </a:r>
            <a:r>
              <a:rPr lang="en-US" dirty="0" err="1"/>
              <a:t>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49323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E23B305B-8F35-4417-ABB2-1AD7AA58B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10439398" cy="663657"/>
          </a:xfrm>
        </p:spPr>
        <p:txBody>
          <a:bodyPr>
            <a:noAutofit/>
          </a:bodyPr>
          <a:lstStyle>
            <a:lvl1pPr algn="l">
              <a:defRPr sz="4000">
                <a:latin typeface="Arial 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BD9A98D7-B0B7-44F0-AA01-46BD70EDE5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09700" y="1219200"/>
            <a:ext cx="10439400" cy="51816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2AC7EC07-82A0-4389-A6CD-943F5F3873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71C5BD63-B081-4EC7-8B51-EACF95D4A181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DDF3DA4E-428B-4D20-8A20-F9F0906F4122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D2E946D3-233F-4A58-BEE1-3FB9AC5CA99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537764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xmlns="" id="{D7A87A17-0DDD-4C70-B51F-E30D4175792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18325" y="1219200"/>
            <a:ext cx="5027045" cy="42935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70DD3DF7-2874-44FE-9254-A92FA795D621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822055" y="1219200"/>
            <a:ext cx="5027045" cy="42935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E0854D6-640C-4A22-A012-D1CE4A04D6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18325" y="1790699"/>
            <a:ext cx="5027043" cy="4610101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7068E724-1020-4B87-87C3-8AD1B91157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22057" y="1790699"/>
            <a:ext cx="5027043" cy="4610101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xmlns="" id="{EE871D3B-8F63-4D1E-97E0-CD8A4EB6C5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xmlns="" id="{48227206-BD98-478C-8180-5590C2E99C36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xmlns="" id="{5AAE7A05-C2B1-41AA-93D4-5F472FC8221C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xmlns="" id="{9C4D6DAD-E545-4926-8153-ADB941D7649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7502010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06DF51DD-0914-4F50-98C0-122020EA3B3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26C85923-E4EC-4DCC-9787-941F57BB6EB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7A8FF163-F569-4FB1-A39F-819C085D39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xmlns="" id="{BDE1C771-DD93-401B-B866-EF7A669644F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6096000" cy="6752326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26196611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A2C4E93A-2D03-492A-A14A-B8AA46AFE52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6000" cy="67437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DF95A53F-00D3-4DC9-ABE5-E96CCD096563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20C3B4BB-A186-418C-BF83-E057BF219C09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2C09B52E-CE5D-437A-B881-788069775F4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83584071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699" y="351976"/>
            <a:ext cx="10439401" cy="663657"/>
          </a:xfrm>
        </p:spPr>
        <p:txBody>
          <a:bodyPr>
            <a:noAutofit/>
          </a:bodyPr>
          <a:lstStyle>
            <a:lvl1pPr algn="l">
              <a:defRPr sz="4000">
                <a:latin typeface="+mj-lt"/>
              </a:defRPr>
            </a:lvl1pPr>
          </a:lstStyle>
          <a:p>
            <a:r>
              <a:rPr lang="en-US" dirty="0"/>
              <a:t>Click to edit Name | Location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169DC29-787B-4D18-B27A-852379C06EF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1219200"/>
            <a:ext cx="12192000" cy="5524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3DA07047-F7A2-47FB-B3BC-A4AE086ABAAF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3FBF7C9D-07AB-4431-A8D0-FE611AB28FA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3669F1A3-318C-4801-9DC9-E9E0B5B0AF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182738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124A1C53-8CEB-4D54-A7A7-73DE76FFC7E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6010277" cy="67437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xmlns="" id="{22B716BD-B89D-45F3-9F42-C4C79C6CE5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4AD55FF0-CD4C-4CA5-A02C-BF8D130FE61D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xmlns="" id="{E5BF134B-CB68-42CB-A48D-AC8427EA97F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C25EC83C-E30B-4EC4-9314-17D4904B3E4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9241971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>
            <a:extLst>
              <a:ext uri="{FF2B5EF4-FFF2-40B4-BE49-F238E27FC236}">
                <a16:creationId xmlns:a16="http://schemas.microsoft.com/office/drawing/2014/main" xmlns="" id="{0970AD4A-0C4D-44B3-B6A2-CBE546434E3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27660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A8D913C4-ABA8-489E-A285-4A47EC11CC5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67098"/>
            <a:ext cx="12192000" cy="327660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F7B5A792-FFDA-48AB-AE78-C18AF8EDF1E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ADC09FFB-127D-4032-A423-AA3A9D5C2FF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7CDA9962-745B-41CE-A187-C7474030220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468831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-Dark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7437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FA9ACEBC-D3FE-4626-96F3-BB6103659EB1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xmlns="" id="{A93BA161-A426-4AC3-8B3D-A1198B180C6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74A088AA-9560-4913-AEEA-AB7CAABCBBF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777947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FEB0D0B0-BA35-4572-9CA5-F44D0FAB60A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0"/>
            <a:ext cx="12192001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99010679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/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7F3878-7861-40BC-9E6E-104B7FA44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42900"/>
            <a:ext cx="10439400" cy="685801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xmlns="" id="{CF03050E-6F57-479C-B5CA-153FA5A9D13B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1409700" y="1219200"/>
            <a:ext cx="10439400" cy="5181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FD9B256D-3D1C-42B5-9E3F-040784C213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9E000992-DEF8-4521-879C-418330FBC000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F160D15D-8EF8-4CC0-9173-8D652F32DC1E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2C44C747-8723-499C-B942-D26A581737F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645676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9700" y="351976"/>
            <a:ext cx="4381502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09700" y="1219200"/>
            <a:ext cx="4381501" cy="51816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xmlns="" id="{26951D1E-DE1B-470A-8F9E-3D6498E046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4" name="Chart Placeholder 3">
            <a:extLst>
              <a:ext uri="{FF2B5EF4-FFF2-40B4-BE49-F238E27FC236}">
                <a16:creationId xmlns:a16="http://schemas.microsoft.com/office/drawing/2014/main" xmlns="" id="{CEA7AB59-7E6E-4184-8AA7-8AD25E87373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096000" y="351976"/>
            <a:ext cx="5753101" cy="604882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chart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33B40D56-F8C2-49B4-BF58-3331275BB7BA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xmlns="" id="{C2246872-FE8F-47AF-9352-1033DA391134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xmlns="" id="{AD3D6BBE-6556-4198-83D5-2C076FBF0BB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0860048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rt Placeholder 3">
            <a:extLst>
              <a:ext uri="{FF2B5EF4-FFF2-40B4-BE49-F238E27FC236}">
                <a16:creationId xmlns:a16="http://schemas.microsoft.com/office/drawing/2014/main" xmlns="" id="{E506015B-3392-4620-89EE-35ED6DDE516B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352424" y="342900"/>
            <a:ext cx="5743575" cy="605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chart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4E3E0BCE-F0F0-4846-AE55-C8D186AC7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0" y="351976"/>
            <a:ext cx="5448299" cy="663657"/>
          </a:xfrm>
        </p:spPr>
        <p:txBody>
          <a:bodyPr>
            <a:noAutofit/>
          </a:bodyPr>
          <a:lstStyle>
            <a:lvl1pPr algn="l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75FD406C-C6E8-4694-92CE-B5CAB20F74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1219200"/>
            <a:ext cx="5448299" cy="51816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xmlns="" id="{637CAE2A-D083-4DF6-B990-C9877348A4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8E6CDB72-5146-47E6-8BF0-9D947AB181FE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xmlns="" id="{0FC7302A-1150-4ECB-BED7-7BA807047B51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xmlns="" id="{C064531A-7408-48D6-95E8-DA00DB1B928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0808501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10" name="Chart Placeholder 3">
            <a:extLst>
              <a:ext uri="{FF2B5EF4-FFF2-40B4-BE49-F238E27FC236}">
                <a16:creationId xmlns:a16="http://schemas.microsoft.com/office/drawing/2014/main" xmlns="" id="{D972A839-322D-48EF-B64D-307C5D172AC9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191250" y="342900"/>
            <a:ext cx="5648325" cy="605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4FCA24D6-6A73-4ADD-9ED0-E52DFE2903F9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B1B59F35-C8EB-4DE4-AB52-82DF6209702F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AE863FFF-4E35-4F00-A7A1-173D74DEB4E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653682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rt Placeholder 3">
            <a:extLst>
              <a:ext uri="{FF2B5EF4-FFF2-40B4-BE49-F238E27FC236}">
                <a16:creationId xmlns:a16="http://schemas.microsoft.com/office/drawing/2014/main" xmlns="" id="{EA6A6BF2-839D-4544-A0CE-71E6BDFF52D3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1409700" y="342900"/>
            <a:ext cx="10439401" cy="292417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638409C4-C99B-4D84-9003-0B08BABDC3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64BEC824-A0AA-4DB4-8B35-EEE25D41128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0" y="3457573"/>
            <a:ext cx="10439401" cy="294322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206ACBF1-A301-4BA3-9223-FFD3D3B130EB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xmlns="" id="{9FC543F5-D727-41B3-AA3B-E5E6DA73409E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xmlns="" id="{45988D87-FFEB-4FA3-A333-3808E10C2EF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94979778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5D07B7C-7E0B-4218-B28D-939AE593D458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409701" y="342900"/>
            <a:ext cx="10439400" cy="605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2DF068F4-0F0C-414D-BB8D-9FE37DBB40B2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CB26C268-8535-423C-A4B7-4E53B15EA1D6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0D7673B7-B333-447B-8921-09014F7D07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977858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(L) - Pictur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352425" y="342900"/>
            <a:ext cx="5648327" cy="605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CBCD5F0F-B60C-44DF-A8D5-C3AE7C68E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91248" y="0"/>
            <a:ext cx="6010277" cy="67437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C9DF4D22-BCFF-494A-A79E-8C4393366B83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583ED543-9168-4246-9E6A-1F9E689DB26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9B41D40F-987C-4AAF-991E-8B961023210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56904452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(L) - Chart (R) - Gray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>
            <a:extLst>
              <a:ext uri="{FF2B5EF4-FFF2-40B4-BE49-F238E27FC236}">
                <a16:creationId xmlns:a16="http://schemas.microsoft.com/office/drawing/2014/main" xmlns="" id="{AC385E5E-EEE1-4C58-BD48-A507193CA9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10277" cy="67437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insert picture</a:t>
            </a:r>
          </a:p>
        </p:txBody>
      </p:sp>
      <p:sp>
        <p:nvSpPr>
          <p:cNvPr id="7" name="Chart Placeholder 3">
            <a:extLst>
              <a:ext uri="{FF2B5EF4-FFF2-40B4-BE49-F238E27FC236}">
                <a16:creationId xmlns:a16="http://schemas.microsoft.com/office/drawing/2014/main" xmlns="" id="{9A29A426-CE1C-4284-A752-C76BB8B47055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81726" y="342900"/>
            <a:ext cx="5667376" cy="605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chart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AF0E0C55-A2F7-424A-8B31-129E3EC0C78C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B4D70EAE-DD5D-44BE-9CA7-0D9F626295A7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404A20CA-1EBE-4A97-A364-C535A0ADC86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38251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2DF7A19F-4904-40AC-9E72-E1E0127B4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352425" y="478073"/>
            <a:ext cx="714375" cy="424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xmlns="" id="{F9A0C9AB-A8F5-4290-AB93-E3923297D397}"/>
              </a:ext>
            </a:extLst>
          </p:cNvPr>
          <p:cNvGrpSpPr/>
          <p:nvPr userDrawn="1"/>
        </p:nvGrpSpPr>
        <p:grpSpPr>
          <a:xfrm>
            <a:off x="0" y="6738508"/>
            <a:ext cx="12192000" cy="128159"/>
            <a:chOff x="0" y="6738508"/>
            <a:chExt cx="12192000" cy="12815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xmlns="" id="{4F0A628F-86F6-4220-88FC-908D139F3E33}"/>
                </a:ext>
              </a:extLst>
            </p:cNvPr>
            <p:cNvSpPr/>
            <p:nvPr userDrawn="1"/>
          </p:nvSpPr>
          <p:spPr>
            <a:xfrm>
              <a:off x="0" y="6738508"/>
              <a:ext cx="12192000" cy="123825"/>
            </a:xfrm>
            <a:prstGeom prst="rect">
              <a:avLst/>
            </a:prstGeom>
            <a:solidFill>
              <a:schemeClr val="tx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xmlns="" id="{30E6F771-0614-43B6-B83C-54C7B24520C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 cstate="screen">
              <a:alphaModFix amt="28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rcRect t="71969"/>
            <a:stretch/>
          </p:blipFill>
          <p:spPr>
            <a:xfrm>
              <a:off x="11169834" y="6738508"/>
              <a:ext cx="679267" cy="1281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014936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659039-D3BC-4C34-A13A-01136CFC2E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xmlns="" id="{EEC78F87-FFCA-40AE-893F-4E7D21BB52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7555" y="2131970"/>
            <a:ext cx="4333374" cy="2562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1EFBC0D-0304-48F9-8A72-60EF181B7DD7}"/>
              </a:ext>
            </a:extLst>
          </p:cNvPr>
          <p:cNvSpPr txBox="1"/>
          <p:nvPr userDrawn="1"/>
        </p:nvSpPr>
        <p:spPr>
          <a:xfrm>
            <a:off x="7116990" y="2972051"/>
            <a:ext cx="38644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US" sz="2000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RELENTLESS PURSUIT OF SUCCESS. </a:t>
            </a:r>
            <a:r>
              <a:rPr lang="en-US" sz="2000" b="1" spc="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YOURS.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™</a:t>
            </a:r>
          </a:p>
        </p:txBody>
      </p:sp>
    </p:spTree>
    <p:extLst>
      <p:ext uri="{BB962C8B-B14F-4D97-AF65-F5344CB8AC3E}">
        <p14:creationId xmlns:p14="http://schemas.microsoft.com/office/powerpoint/2010/main" val="1227157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5.xml"/><Relationship Id="rId25" Type="http://schemas.openxmlformats.org/officeDocument/2006/relationships/slideLayout" Target="../slideLayouts/slideLayout56.xml"/><Relationship Id="rId26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59.xml"/><Relationship Id="rId29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2.xml"/><Relationship Id="rId2" Type="http://schemas.openxmlformats.org/officeDocument/2006/relationships/slideLayout" Target="../slideLayouts/slideLayout33.xml"/><Relationship Id="rId3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6.xml"/><Relationship Id="rId6" Type="http://schemas.openxmlformats.org/officeDocument/2006/relationships/slideLayout" Target="../slideLayouts/slideLayout37.xml"/><Relationship Id="rId7" Type="http://schemas.openxmlformats.org/officeDocument/2006/relationships/slideLayout" Target="../slideLayouts/slideLayout38.xml"/><Relationship Id="rId8" Type="http://schemas.openxmlformats.org/officeDocument/2006/relationships/slideLayout" Target="../slideLayouts/slideLayout3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8.xml"/><Relationship Id="rId20" Type="http://schemas.openxmlformats.org/officeDocument/2006/relationships/slideLayout" Target="../slideLayouts/slideLayout79.xml"/><Relationship Id="rId21" Type="http://schemas.openxmlformats.org/officeDocument/2006/relationships/slideLayout" Target="../slideLayouts/slideLayout80.xml"/><Relationship Id="rId22" Type="http://schemas.openxmlformats.org/officeDocument/2006/relationships/slideLayout" Target="../slideLayouts/slideLayout81.xml"/><Relationship Id="rId23" Type="http://schemas.openxmlformats.org/officeDocument/2006/relationships/slideLayout" Target="../slideLayouts/slideLayout82.xml"/><Relationship Id="rId24" Type="http://schemas.openxmlformats.org/officeDocument/2006/relationships/slideLayout" Target="../slideLayouts/slideLayout83.xml"/><Relationship Id="rId25" Type="http://schemas.openxmlformats.org/officeDocument/2006/relationships/slideLayout" Target="../slideLayouts/slideLayout84.xml"/><Relationship Id="rId26" Type="http://schemas.openxmlformats.org/officeDocument/2006/relationships/slideLayout" Target="../slideLayouts/slideLayout85.xml"/><Relationship Id="rId27" Type="http://schemas.openxmlformats.org/officeDocument/2006/relationships/slideLayout" Target="../slideLayouts/slideLayout86.xml"/><Relationship Id="rId28" Type="http://schemas.openxmlformats.org/officeDocument/2006/relationships/slideLayout" Target="../slideLayouts/slideLayout87.xml"/><Relationship Id="rId29" Type="http://schemas.openxmlformats.org/officeDocument/2006/relationships/theme" Target="../theme/theme3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<Relationship Id="rId14" Type="http://schemas.openxmlformats.org/officeDocument/2006/relationships/slideLayout" Target="../slideLayouts/slideLayout73.xml"/><Relationship Id="rId15" Type="http://schemas.openxmlformats.org/officeDocument/2006/relationships/slideLayout" Target="../slideLayouts/slideLayout74.xml"/><Relationship Id="rId16" Type="http://schemas.openxmlformats.org/officeDocument/2006/relationships/slideLayout" Target="../slideLayouts/slideLayout75.xml"/><Relationship Id="rId17" Type="http://schemas.openxmlformats.org/officeDocument/2006/relationships/slideLayout" Target="../slideLayouts/slideLayout76.xml"/><Relationship Id="rId18" Type="http://schemas.openxmlformats.org/officeDocument/2006/relationships/slideLayout" Target="../slideLayouts/slideLayout77.xml"/><Relationship Id="rId19" Type="http://schemas.openxmlformats.org/officeDocument/2006/relationships/slideLayout" Target="../slideLayouts/slideLayout78.xml"/><Relationship Id="rId1" Type="http://schemas.openxmlformats.org/officeDocument/2006/relationships/slideLayout" Target="../slideLayouts/slideLayout60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6.xml"/><Relationship Id="rId20" Type="http://schemas.openxmlformats.org/officeDocument/2006/relationships/slideLayout" Target="../slideLayouts/slideLayout107.xml"/><Relationship Id="rId21" Type="http://schemas.openxmlformats.org/officeDocument/2006/relationships/slideLayout" Target="../slideLayouts/slideLayout108.xml"/><Relationship Id="rId22" Type="http://schemas.openxmlformats.org/officeDocument/2006/relationships/slideLayout" Target="../slideLayouts/slideLayout109.xml"/><Relationship Id="rId23" Type="http://schemas.openxmlformats.org/officeDocument/2006/relationships/slideLayout" Target="../slideLayouts/slideLayout110.xml"/><Relationship Id="rId24" Type="http://schemas.openxmlformats.org/officeDocument/2006/relationships/slideLayout" Target="../slideLayouts/slideLayout111.xml"/><Relationship Id="rId25" Type="http://schemas.openxmlformats.org/officeDocument/2006/relationships/slideLayout" Target="../slideLayouts/slideLayout112.xml"/><Relationship Id="rId26" Type="http://schemas.openxmlformats.org/officeDocument/2006/relationships/slideLayout" Target="../slideLayouts/slideLayout113.xml"/><Relationship Id="rId27" Type="http://schemas.openxmlformats.org/officeDocument/2006/relationships/slideLayout" Target="../slideLayouts/slideLayout114.xml"/><Relationship Id="rId28" Type="http://schemas.openxmlformats.org/officeDocument/2006/relationships/slideLayout" Target="../slideLayouts/slideLayout115.xml"/><Relationship Id="rId29" Type="http://schemas.openxmlformats.org/officeDocument/2006/relationships/theme" Target="../theme/theme4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slideLayout" Target="../slideLayouts/slideLayout101.xml"/><Relationship Id="rId15" Type="http://schemas.openxmlformats.org/officeDocument/2006/relationships/slideLayout" Target="../slideLayouts/slideLayout102.xml"/><Relationship Id="rId16" Type="http://schemas.openxmlformats.org/officeDocument/2006/relationships/slideLayout" Target="../slideLayouts/slideLayout103.xml"/><Relationship Id="rId17" Type="http://schemas.openxmlformats.org/officeDocument/2006/relationships/slideLayout" Target="../slideLayouts/slideLayout104.xml"/><Relationship Id="rId18" Type="http://schemas.openxmlformats.org/officeDocument/2006/relationships/slideLayout" Target="../slideLayouts/slideLayout105.xml"/><Relationship Id="rId19" Type="http://schemas.openxmlformats.org/officeDocument/2006/relationships/slideLayout" Target="../slideLayouts/slideLayout106.xml"/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4.xml"/><Relationship Id="rId20" Type="http://schemas.openxmlformats.org/officeDocument/2006/relationships/slideLayout" Target="../slideLayouts/slideLayout135.xml"/><Relationship Id="rId21" Type="http://schemas.openxmlformats.org/officeDocument/2006/relationships/slideLayout" Target="../slideLayouts/slideLayout136.xml"/><Relationship Id="rId22" Type="http://schemas.openxmlformats.org/officeDocument/2006/relationships/slideLayout" Target="../slideLayouts/slideLayout137.xml"/><Relationship Id="rId23" Type="http://schemas.openxmlformats.org/officeDocument/2006/relationships/slideLayout" Target="../slideLayouts/slideLayout138.xml"/><Relationship Id="rId24" Type="http://schemas.openxmlformats.org/officeDocument/2006/relationships/slideLayout" Target="../slideLayouts/slideLayout139.xml"/><Relationship Id="rId25" Type="http://schemas.openxmlformats.org/officeDocument/2006/relationships/slideLayout" Target="../slideLayouts/slideLayout140.xml"/><Relationship Id="rId26" Type="http://schemas.openxmlformats.org/officeDocument/2006/relationships/slideLayout" Target="../slideLayouts/slideLayout141.xml"/><Relationship Id="rId27" Type="http://schemas.openxmlformats.org/officeDocument/2006/relationships/slideLayout" Target="../slideLayouts/slideLayout142.xml"/><Relationship Id="rId28" Type="http://schemas.openxmlformats.org/officeDocument/2006/relationships/slideLayout" Target="../slideLayouts/slideLayout143.xml"/><Relationship Id="rId29" Type="http://schemas.openxmlformats.org/officeDocument/2006/relationships/theme" Target="../theme/theme5.xml"/><Relationship Id="rId10" Type="http://schemas.openxmlformats.org/officeDocument/2006/relationships/slideLayout" Target="../slideLayouts/slideLayout125.xml"/><Relationship Id="rId11" Type="http://schemas.openxmlformats.org/officeDocument/2006/relationships/slideLayout" Target="../slideLayouts/slideLayout126.xml"/><Relationship Id="rId12" Type="http://schemas.openxmlformats.org/officeDocument/2006/relationships/slideLayout" Target="../slideLayouts/slideLayout127.xml"/><Relationship Id="rId13" Type="http://schemas.openxmlformats.org/officeDocument/2006/relationships/slideLayout" Target="../slideLayouts/slideLayout128.xml"/><Relationship Id="rId14" Type="http://schemas.openxmlformats.org/officeDocument/2006/relationships/slideLayout" Target="../slideLayouts/slideLayout129.xml"/><Relationship Id="rId15" Type="http://schemas.openxmlformats.org/officeDocument/2006/relationships/slideLayout" Target="../slideLayouts/slideLayout130.xml"/><Relationship Id="rId16" Type="http://schemas.openxmlformats.org/officeDocument/2006/relationships/slideLayout" Target="../slideLayouts/slideLayout131.xml"/><Relationship Id="rId17" Type="http://schemas.openxmlformats.org/officeDocument/2006/relationships/slideLayout" Target="../slideLayouts/slideLayout132.xml"/><Relationship Id="rId18" Type="http://schemas.openxmlformats.org/officeDocument/2006/relationships/slideLayout" Target="../slideLayouts/slideLayout133.xml"/><Relationship Id="rId19" Type="http://schemas.openxmlformats.org/officeDocument/2006/relationships/slideLayout" Target="../slideLayouts/slideLayout134.xml"/><Relationship Id="rId1" Type="http://schemas.openxmlformats.org/officeDocument/2006/relationships/slideLayout" Target="../slideLayouts/slideLayout116.xml"/><Relationship Id="rId2" Type="http://schemas.openxmlformats.org/officeDocument/2006/relationships/slideLayout" Target="../slideLayouts/slideLayout117.xml"/><Relationship Id="rId3" Type="http://schemas.openxmlformats.org/officeDocument/2006/relationships/slideLayout" Target="../slideLayouts/slideLayout118.xml"/><Relationship Id="rId4" Type="http://schemas.openxmlformats.org/officeDocument/2006/relationships/slideLayout" Target="../slideLayouts/slideLayout119.xml"/><Relationship Id="rId5" Type="http://schemas.openxmlformats.org/officeDocument/2006/relationships/slideLayout" Target="../slideLayouts/slideLayout120.xml"/><Relationship Id="rId6" Type="http://schemas.openxmlformats.org/officeDocument/2006/relationships/slideLayout" Target="../slideLayouts/slideLayout121.xml"/><Relationship Id="rId7" Type="http://schemas.openxmlformats.org/officeDocument/2006/relationships/slideLayout" Target="../slideLayouts/slideLayout122.xml"/><Relationship Id="rId8" Type="http://schemas.openxmlformats.org/officeDocument/2006/relationships/slideLayout" Target="../slideLayouts/slideLayout1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F9B402A2-7D6C-4B94-A70A-4AB562E9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D92B17B-9CAE-4102-8313-6A5F7E455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700" y="1219200"/>
            <a:ext cx="10439400" cy="5172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6637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7" r:id="rId1"/>
    <p:sldLayoutId id="2147483998" r:id="rId2"/>
    <p:sldLayoutId id="2147483999" r:id="rId3"/>
    <p:sldLayoutId id="2147484000" r:id="rId4"/>
    <p:sldLayoutId id="2147484001" r:id="rId5"/>
    <p:sldLayoutId id="2147484002" r:id="rId6"/>
    <p:sldLayoutId id="2147484003" r:id="rId7"/>
    <p:sldLayoutId id="2147484004" r:id="rId8"/>
    <p:sldLayoutId id="2147484110" r:id="rId9"/>
    <p:sldLayoutId id="2147484005" r:id="rId10"/>
    <p:sldLayoutId id="2147484006" r:id="rId11"/>
    <p:sldLayoutId id="2147484007" r:id="rId12"/>
    <p:sldLayoutId id="2147484008" r:id="rId13"/>
    <p:sldLayoutId id="2147484105" r:id="rId14"/>
    <p:sldLayoutId id="2147484009" r:id="rId15"/>
    <p:sldLayoutId id="2147484010" r:id="rId16"/>
    <p:sldLayoutId id="2147484011" r:id="rId17"/>
    <p:sldLayoutId id="2147484012" r:id="rId18"/>
    <p:sldLayoutId id="2147484013" r:id="rId19"/>
    <p:sldLayoutId id="2147484014" r:id="rId20"/>
    <p:sldLayoutId id="2147484015" r:id="rId21"/>
    <p:sldLayoutId id="2147484016" r:id="rId22"/>
    <p:sldLayoutId id="2147484017" r:id="rId23"/>
    <p:sldLayoutId id="2147484018" r:id="rId24"/>
    <p:sldLayoutId id="2147484019" r:id="rId25"/>
    <p:sldLayoutId id="2147484020" r:id="rId26"/>
    <p:sldLayoutId id="2147484100" r:id="rId27"/>
    <p:sldLayoutId id="2147484021" r:id="rId28"/>
    <p:sldLayoutId id="2147484115" r:id="rId29"/>
    <p:sldLayoutId id="2147484116" r:id="rId30"/>
    <p:sldLayoutId id="2147484117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400" indent="-457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 Narrow" panose="020B0606020202030204" pitchFamily="34" charset="0"/>
        <a:buChar char="*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­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orient="horz" pos="648">
          <p15:clr>
            <a:srgbClr val="F26B43"/>
          </p15:clr>
        </p15:guide>
        <p15:guide id="2" pos="222">
          <p15:clr>
            <a:srgbClr val="F26B43"/>
          </p15:clr>
        </p15:guide>
        <p15:guide id="4" orient="horz" pos="4248">
          <p15:clr>
            <a:srgbClr val="F26B43"/>
          </p15:clr>
        </p15:guide>
        <p15:guide id="5" orient="horz" pos="768">
          <p15:clr>
            <a:srgbClr val="F26B43"/>
          </p15:clr>
        </p15:guide>
        <p15:guide id="6" orient="horz" pos="216">
          <p15:clr>
            <a:srgbClr val="F26B43"/>
          </p15:clr>
        </p15:guide>
        <p15:guide id="8" orient="horz" pos="4032">
          <p15:clr>
            <a:srgbClr val="F26B43"/>
          </p15:clr>
        </p15:guide>
        <p15:guide id="9" pos="7464">
          <p15:clr>
            <a:srgbClr val="F26B43"/>
          </p15:clr>
        </p15:guide>
        <p15:guide id="10" pos="672">
          <p15:clr>
            <a:srgbClr val="F26B43"/>
          </p15:clr>
        </p15:guide>
        <p15:guide id="11" pos="88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F9B402A2-7D6C-4B94-A70A-4AB562E9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D92B17B-9CAE-4102-8313-6A5F7E455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700" y="1219200"/>
            <a:ext cx="10439400" cy="5172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9416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685" r:id="rId2"/>
    <p:sldLayoutId id="2147483888" r:id="rId3"/>
    <p:sldLayoutId id="2147483893" r:id="rId4"/>
    <p:sldLayoutId id="2147483649" r:id="rId5"/>
    <p:sldLayoutId id="2147483651" r:id="rId6"/>
    <p:sldLayoutId id="2147483683" r:id="rId7"/>
    <p:sldLayoutId id="2147483684" r:id="rId8"/>
    <p:sldLayoutId id="2147484111" r:id="rId9"/>
    <p:sldLayoutId id="2147483650" r:id="rId10"/>
    <p:sldLayoutId id="2147483652" r:id="rId11"/>
    <p:sldLayoutId id="2147483735" r:id="rId12"/>
    <p:sldLayoutId id="2147483733" r:id="rId13"/>
    <p:sldLayoutId id="2147484106" r:id="rId14"/>
    <p:sldLayoutId id="2147483675" r:id="rId15"/>
    <p:sldLayoutId id="2147483679" r:id="rId16"/>
    <p:sldLayoutId id="2147483732" r:id="rId17"/>
    <p:sldLayoutId id="2147483994" r:id="rId18"/>
    <p:sldLayoutId id="2147483736" r:id="rId19"/>
    <p:sldLayoutId id="2147483739" r:id="rId20"/>
    <p:sldLayoutId id="2147483740" r:id="rId21"/>
    <p:sldLayoutId id="2147483741" r:id="rId22"/>
    <p:sldLayoutId id="2147483742" r:id="rId23"/>
    <p:sldLayoutId id="2147483743" r:id="rId24"/>
    <p:sldLayoutId id="2147483744" r:id="rId25"/>
    <p:sldLayoutId id="2147483745" r:id="rId26"/>
    <p:sldLayoutId id="2147484101" r:id="rId27"/>
    <p:sldLayoutId id="2147483995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400" indent="-457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 Narrow" panose="020B0606020202030204" pitchFamily="34" charset="0"/>
        <a:buChar char="*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­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orient="horz" pos="648" userDrawn="1">
          <p15:clr>
            <a:srgbClr val="F26B43"/>
          </p15:clr>
        </p15:guide>
        <p15:guide id="2" pos="222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orient="horz" pos="768" userDrawn="1">
          <p15:clr>
            <a:srgbClr val="F26B43"/>
          </p15:clr>
        </p15:guide>
        <p15:guide id="6" orient="horz" pos="216" userDrawn="1">
          <p15:clr>
            <a:srgbClr val="F26B43"/>
          </p15:clr>
        </p15:guide>
        <p15:guide id="8" orient="horz" pos="4032" userDrawn="1">
          <p15:clr>
            <a:srgbClr val="F26B43"/>
          </p15:clr>
        </p15:guide>
        <p15:guide id="9" pos="7464">
          <p15:clr>
            <a:srgbClr val="F26B43"/>
          </p15:clr>
        </p15:guide>
        <p15:guide id="10" pos="672" userDrawn="1">
          <p15:clr>
            <a:srgbClr val="F26B43"/>
          </p15:clr>
        </p15:guide>
        <p15:guide id="11" pos="888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F9B402A2-7D6C-4B94-A70A-4AB562E9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D92B17B-9CAE-4102-8313-6A5F7E455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700" y="1219200"/>
            <a:ext cx="10439400" cy="5172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3948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3" r:id="rId1"/>
    <p:sldLayoutId id="2147484024" r:id="rId2"/>
    <p:sldLayoutId id="2147484025" r:id="rId3"/>
    <p:sldLayoutId id="2147484026" r:id="rId4"/>
    <p:sldLayoutId id="2147484027" r:id="rId5"/>
    <p:sldLayoutId id="2147484028" r:id="rId6"/>
    <p:sldLayoutId id="2147484029" r:id="rId7"/>
    <p:sldLayoutId id="2147484030" r:id="rId8"/>
    <p:sldLayoutId id="2147484112" r:id="rId9"/>
    <p:sldLayoutId id="2147484031" r:id="rId10"/>
    <p:sldLayoutId id="2147484032" r:id="rId11"/>
    <p:sldLayoutId id="2147484033" r:id="rId12"/>
    <p:sldLayoutId id="2147484034" r:id="rId13"/>
    <p:sldLayoutId id="2147484107" r:id="rId14"/>
    <p:sldLayoutId id="2147484035" r:id="rId15"/>
    <p:sldLayoutId id="2147484036" r:id="rId16"/>
    <p:sldLayoutId id="2147484037" r:id="rId17"/>
    <p:sldLayoutId id="2147484038" r:id="rId18"/>
    <p:sldLayoutId id="2147484039" r:id="rId19"/>
    <p:sldLayoutId id="2147484040" r:id="rId20"/>
    <p:sldLayoutId id="2147484041" r:id="rId21"/>
    <p:sldLayoutId id="2147484042" r:id="rId22"/>
    <p:sldLayoutId id="2147484043" r:id="rId23"/>
    <p:sldLayoutId id="2147484044" r:id="rId24"/>
    <p:sldLayoutId id="2147484045" r:id="rId25"/>
    <p:sldLayoutId id="2147484046" r:id="rId26"/>
    <p:sldLayoutId id="2147484102" r:id="rId27"/>
    <p:sldLayoutId id="2147484047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400" indent="-457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 Narrow" panose="020B0606020202030204" pitchFamily="34" charset="0"/>
        <a:buChar char="*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­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orient="horz" pos="648">
          <p15:clr>
            <a:srgbClr val="F26B43"/>
          </p15:clr>
        </p15:guide>
        <p15:guide id="2" pos="222">
          <p15:clr>
            <a:srgbClr val="F26B43"/>
          </p15:clr>
        </p15:guide>
        <p15:guide id="4" orient="horz" pos="4248">
          <p15:clr>
            <a:srgbClr val="F26B43"/>
          </p15:clr>
        </p15:guide>
        <p15:guide id="5" orient="horz" pos="768">
          <p15:clr>
            <a:srgbClr val="F26B43"/>
          </p15:clr>
        </p15:guide>
        <p15:guide id="6" orient="horz" pos="216">
          <p15:clr>
            <a:srgbClr val="F26B43"/>
          </p15:clr>
        </p15:guide>
        <p15:guide id="8" orient="horz" pos="4032">
          <p15:clr>
            <a:srgbClr val="F26B43"/>
          </p15:clr>
        </p15:guide>
        <p15:guide id="9" pos="7464">
          <p15:clr>
            <a:srgbClr val="F26B43"/>
          </p15:clr>
        </p15:guide>
        <p15:guide id="10" pos="672">
          <p15:clr>
            <a:srgbClr val="F26B43"/>
          </p15:clr>
        </p15:guide>
        <p15:guide id="11" pos="88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F9B402A2-7D6C-4B94-A70A-4AB562E9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D92B17B-9CAE-4102-8313-6A5F7E455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700" y="1219200"/>
            <a:ext cx="10439400" cy="5172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313129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  <p:sldLayoutId id="2147484051" r:id="rId3"/>
    <p:sldLayoutId id="2147484052" r:id="rId4"/>
    <p:sldLayoutId id="2147484053" r:id="rId5"/>
    <p:sldLayoutId id="2147484054" r:id="rId6"/>
    <p:sldLayoutId id="2147484055" r:id="rId7"/>
    <p:sldLayoutId id="2147484056" r:id="rId8"/>
    <p:sldLayoutId id="2147484113" r:id="rId9"/>
    <p:sldLayoutId id="2147484057" r:id="rId10"/>
    <p:sldLayoutId id="2147484058" r:id="rId11"/>
    <p:sldLayoutId id="2147484059" r:id="rId12"/>
    <p:sldLayoutId id="2147484060" r:id="rId13"/>
    <p:sldLayoutId id="2147484108" r:id="rId14"/>
    <p:sldLayoutId id="2147484061" r:id="rId15"/>
    <p:sldLayoutId id="2147484062" r:id="rId16"/>
    <p:sldLayoutId id="2147484063" r:id="rId17"/>
    <p:sldLayoutId id="2147484064" r:id="rId18"/>
    <p:sldLayoutId id="2147484065" r:id="rId19"/>
    <p:sldLayoutId id="2147484066" r:id="rId20"/>
    <p:sldLayoutId id="2147484067" r:id="rId21"/>
    <p:sldLayoutId id="2147484068" r:id="rId22"/>
    <p:sldLayoutId id="2147484069" r:id="rId23"/>
    <p:sldLayoutId id="2147484070" r:id="rId24"/>
    <p:sldLayoutId id="2147484071" r:id="rId25"/>
    <p:sldLayoutId id="2147484072" r:id="rId26"/>
    <p:sldLayoutId id="2147484103" r:id="rId27"/>
    <p:sldLayoutId id="2147484073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400" indent="-457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 Narrow" panose="020B0606020202030204" pitchFamily="34" charset="0"/>
        <a:buChar char="*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­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orient="horz" pos="648">
          <p15:clr>
            <a:srgbClr val="F26B43"/>
          </p15:clr>
        </p15:guide>
        <p15:guide id="2" pos="222">
          <p15:clr>
            <a:srgbClr val="F26B43"/>
          </p15:clr>
        </p15:guide>
        <p15:guide id="4" orient="horz" pos="4248">
          <p15:clr>
            <a:srgbClr val="F26B43"/>
          </p15:clr>
        </p15:guide>
        <p15:guide id="5" orient="horz" pos="768">
          <p15:clr>
            <a:srgbClr val="F26B43"/>
          </p15:clr>
        </p15:guide>
        <p15:guide id="6" orient="horz" pos="216">
          <p15:clr>
            <a:srgbClr val="F26B43"/>
          </p15:clr>
        </p15:guide>
        <p15:guide id="8" orient="horz" pos="4032">
          <p15:clr>
            <a:srgbClr val="F26B43"/>
          </p15:clr>
        </p15:guide>
        <p15:guide id="9" pos="7464">
          <p15:clr>
            <a:srgbClr val="F26B43"/>
          </p15:clr>
        </p15:guide>
        <p15:guide id="10" pos="672">
          <p15:clr>
            <a:srgbClr val="F26B43"/>
          </p15:clr>
        </p15:guide>
        <p15:guide id="11" pos="88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F9B402A2-7D6C-4B94-A70A-4AB562E9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608"/>
            <a:ext cx="10439401" cy="6770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xmlns="" id="{CBC4D19D-58BD-45B6-B0D8-BBF8FE62B8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9700" y="1219200"/>
            <a:ext cx="10439400" cy="5172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27376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114" r:id="rId9"/>
    <p:sldLayoutId id="2147484083" r:id="rId10"/>
    <p:sldLayoutId id="2147484084" r:id="rId11"/>
    <p:sldLayoutId id="2147484085" r:id="rId12"/>
    <p:sldLayoutId id="2147484086" r:id="rId13"/>
    <p:sldLayoutId id="2147484109" r:id="rId14"/>
    <p:sldLayoutId id="2147484087" r:id="rId15"/>
    <p:sldLayoutId id="2147484088" r:id="rId16"/>
    <p:sldLayoutId id="2147484089" r:id="rId17"/>
    <p:sldLayoutId id="2147484090" r:id="rId18"/>
    <p:sldLayoutId id="2147484091" r:id="rId19"/>
    <p:sldLayoutId id="2147484092" r:id="rId20"/>
    <p:sldLayoutId id="2147484093" r:id="rId21"/>
    <p:sldLayoutId id="2147484094" r:id="rId22"/>
    <p:sldLayoutId id="2147484095" r:id="rId23"/>
    <p:sldLayoutId id="2147484096" r:id="rId24"/>
    <p:sldLayoutId id="2147484097" r:id="rId25"/>
    <p:sldLayoutId id="2147484098" r:id="rId26"/>
    <p:sldLayoutId id="2147484104" r:id="rId27"/>
    <p:sldLayoutId id="2147484099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400" indent="-457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 Narrow" panose="020B0606020202030204" pitchFamily="34" charset="0"/>
        <a:buChar char="*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­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orient="horz" pos="648">
          <p15:clr>
            <a:srgbClr val="F26B43"/>
          </p15:clr>
        </p15:guide>
        <p15:guide id="2" pos="216" userDrawn="1">
          <p15:clr>
            <a:srgbClr val="F26B43"/>
          </p15:clr>
        </p15:guide>
        <p15:guide id="4" orient="horz" pos="4248">
          <p15:clr>
            <a:srgbClr val="F26B43"/>
          </p15:clr>
        </p15:guide>
        <p15:guide id="5" orient="horz" pos="768">
          <p15:clr>
            <a:srgbClr val="F26B43"/>
          </p15:clr>
        </p15:guide>
        <p15:guide id="6" orient="horz" pos="216">
          <p15:clr>
            <a:srgbClr val="F26B43"/>
          </p15:clr>
        </p15:guide>
        <p15:guide id="8" orient="horz" pos="4032">
          <p15:clr>
            <a:srgbClr val="F26B43"/>
          </p15:clr>
        </p15:guide>
        <p15:guide id="9" pos="7464">
          <p15:clr>
            <a:srgbClr val="F26B43"/>
          </p15:clr>
        </p15:guide>
        <p15:guide id="10" pos="672">
          <p15:clr>
            <a:srgbClr val="F26B43"/>
          </p15:clr>
        </p15:guide>
        <p15:guide id="11" pos="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4" Type="http://schemas.openxmlformats.org/officeDocument/2006/relationships/slideLayout" Target="../slideLayouts/slideLayout10.xml"/><Relationship Id="rId1" Type="http://schemas.openxmlformats.org/officeDocument/2006/relationships/tags" Target="../tags/tag1.xml"/><Relationship Id="rId2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xmlns="" id="{C58B7842-29CC-44A8-8569-0FC2E1ED52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56995" y="1219200"/>
            <a:ext cx="5174010" cy="2602301"/>
          </a:xfrm>
        </p:spPr>
        <p:txBody>
          <a:bodyPr anchor="b"/>
          <a:lstStyle/>
          <a:p>
            <a:r>
              <a:rPr lang="en-US" sz="3600" dirty="0">
                <a:latin typeface="+mj-lt"/>
              </a:rPr>
              <a:t>Governance Committee:</a:t>
            </a:r>
          </a:p>
          <a:p>
            <a:r>
              <a:rPr lang="en-US" sz="2800" dirty="0">
                <a:latin typeface="+mj-lt"/>
              </a:rPr>
              <a:t>Risk Subcommittee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7DF09BD2-ED6D-49B2-98C4-70A05EC34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6995" y="3985234"/>
            <a:ext cx="5174010" cy="2132006"/>
          </a:xfrm>
        </p:spPr>
        <p:txBody>
          <a:bodyPr/>
          <a:lstStyle/>
          <a:p>
            <a:r>
              <a:rPr lang="en-US" dirty="0">
                <a:latin typeface="+mj-lt"/>
              </a:rPr>
              <a:t>Paul Skinner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9BA15A6-421D-4DA8-A04C-71F8A2AC0C65}"/>
              </a:ext>
            </a:extLst>
          </p:cNvPr>
          <p:cNvSpPr txBox="1"/>
          <p:nvPr/>
        </p:nvSpPr>
        <p:spPr>
          <a:xfrm>
            <a:off x="7482254" y="5040957"/>
            <a:ext cx="38664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Agenda </a:t>
            </a:r>
            <a:r>
              <a:rPr lang="en-US" sz="2000" b="1" dirty="0" smtClean="0"/>
              <a:t>Item: </a:t>
            </a:r>
            <a:r>
              <a:rPr lang="en-US" sz="2000" dirty="0" smtClean="0"/>
              <a:t>Enterprise</a:t>
            </a:r>
            <a:r>
              <a:rPr lang="en-US" sz="2000" b="1" dirty="0" smtClean="0"/>
              <a:t> </a:t>
            </a:r>
            <a:r>
              <a:rPr lang="en-US" sz="2000" dirty="0" smtClean="0"/>
              <a:t>Risk Management 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 smtClean="0"/>
              <a:t>February 22, 2021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xmlns="" id="{C50CC59D-5ABD-45ED-BB5F-0E18F183591E}"/>
              </a:ext>
            </a:extLst>
          </p:cNvPr>
          <p:cNvSpPr txBox="1">
            <a:spLocks/>
          </p:cNvSpPr>
          <p:nvPr/>
        </p:nvSpPr>
        <p:spPr>
          <a:xfrm>
            <a:off x="6096000" y="351976"/>
            <a:ext cx="6096000" cy="66365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dirty="0">
                <a:latin typeface="+mj-lt"/>
              </a:rPr>
              <a:t>Board of Directors</a:t>
            </a:r>
          </a:p>
        </p:txBody>
      </p:sp>
    </p:spTree>
    <p:extLst>
      <p:ext uri="{BB962C8B-B14F-4D97-AF65-F5344CB8AC3E}">
        <p14:creationId xmlns:p14="http://schemas.microsoft.com/office/powerpoint/2010/main" val="308007080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9B13099-B92D-45C6-9777-8011C6FD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19" y="283704"/>
            <a:ext cx="10439401" cy="663657"/>
          </a:xfrm>
        </p:spPr>
        <p:txBody>
          <a:bodyPr/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36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CRB </a:t>
            </a:r>
            <a:r>
              <a:rPr lang="en-US" sz="3600" b="1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Enterprise Risk Subcommittee Charter</a:t>
            </a:r>
            <a:endParaRPr lang="en-US" sz="3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96EE101-72D0-4CB9-8AFE-9892C723F2D9}"/>
              </a:ext>
            </a:extLst>
          </p:cNvPr>
          <p:cNvSpPr txBox="1"/>
          <p:nvPr/>
        </p:nvSpPr>
        <p:spPr>
          <a:xfrm>
            <a:off x="902169" y="1426249"/>
            <a:ext cx="10473844" cy="3659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Provide governance for</a:t>
            </a:r>
            <a:r>
              <a:rPr lang="en-US" sz="24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risk activities and functions for the organization</a:t>
            </a:r>
            <a:br>
              <a:rPr lang="en-US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US" sz="2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dentify emerging and strategic </a:t>
            </a:r>
            <a:r>
              <a:rPr lang="en-US" sz="24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risks in the business</a:t>
            </a: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24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valuate </a:t>
            </a:r>
            <a:r>
              <a:rPr lang="en-US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the effectiveness of existing risk management procedures and practices</a:t>
            </a:r>
            <a:br>
              <a:rPr lang="en-US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US" sz="2400" dirty="0" smtClean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Recommend and report on risk mitigating strategies </a:t>
            </a:r>
            <a:endParaRPr lang="en-US" sz="2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1"/>
          <p:cNvSpPr txBox="1">
            <a:spLocks/>
          </p:cNvSpPr>
          <p:nvPr/>
        </p:nvSpPr>
        <p:spPr>
          <a:xfrm>
            <a:off x="11746050" y="6269076"/>
            <a:ext cx="306250" cy="3730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B9F6E38-0256-4C4B-981B-FAA90C720E3E}" type="slidenum">
              <a:rPr lang="en-US" sz="1200" b="1" smtClean="0"/>
              <a:pPr algn="ctr"/>
              <a:t>2</a:t>
            </a:fld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70125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C96FAD-E7B1-4419-B23E-59C5EBFAF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ERM </a:t>
            </a:r>
            <a:r>
              <a:rPr lang="en-US" b="1" dirty="0" smtClean="0"/>
              <a:t>Program Vision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18A177A-A2F7-4801-8D73-DA321305A2E7}"/>
              </a:ext>
            </a:extLst>
          </p:cNvPr>
          <p:cNvSpPr txBox="1"/>
          <p:nvPr/>
        </p:nvSpPr>
        <p:spPr>
          <a:xfrm>
            <a:off x="347852" y="1100657"/>
            <a:ext cx="9428814" cy="4260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Assess current risk practices to provide a roadmap for ERM</a:t>
            </a: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EPIC </a:t>
            </a: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(owner of Greyling) associated with FMI selected as partner to help </a:t>
            </a: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develop CRB’s ERM program</a:t>
            </a:r>
            <a:endParaRPr lang="en-US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$200K contract awarded</a:t>
            </a: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Assessment report </a:t>
            </a:r>
            <a:b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due by May 2021 BOD</a:t>
            </a:r>
          </a:p>
          <a:p>
            <a:pPr marL="285750" marR="0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Results based on a robust</a:t>
            </a:r>
          </a:p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  company survey and selected</a:t>
            </a:r>
          </a:p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  interviews</a:t>
            </a: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among several functions</a:t>
            </a:r>
            <a:endParaRPr lang="en-US" sz="2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0412-0603644_NewRiskUniverse">
            <a:extLst>
              <a:ext uri="{FF2B5EF4-FFF2-40B4-BE49-F238E27FC236}">
                <a16:creationId xmlns:a16="http://schemas.microsoft.com/office/drawing/2014/main" xmlns="" id="{2587485B-7A3C-4BEB-BD41-96D2480923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2185"/>
          <a:stretch>
            <a:fillRect/>
          </a:stretch>
        </p:blipFill>
        <p:spPr bwMode="auto">
          <a:xfrm>
            <a:off x="5547077" y="2279987"/>
            <a:ext cx="6448137" cy="4059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1"/>
          <p:cNvSpPr txBox="1">
            <a:spLocks/>
          </p:cNvSpPr>
          <p:nvPr/>
        </p:nvSpPr>
        <p:spPr>
          <a:xfrm>
            <a:off x="11746050" y="6269076"/>
            <a:ext cx="306250" cy="3730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B9F6E38-0256-4C4B-981B-FAA90C720E3E}" type="slidenum">
              <a:rPr lang="en-US" sz="1200" b="1" smtClean="0"/>
              <a:pPr algn="ctr"/>
              <a:t>3</a:t>
            </a:fld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470635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C96FAD-E7B1-4419-B23E-59C5EBFA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351976"/>
            <a:ext cx="7756785" cy="663657"/>
          </a:xfrm>
        </p:spPr>
        <p:txBody>
          <a:bodyPr/>
          <a:lstStyle/>
          <a:p>
            <a:r>
              <a:rPr lang="en-US" b="1" dirty="0" smtClean="0"/>
              <a:t>EPIC Program Drivers for ERM</a:t>
            </a:r>
            <a:endParaRPr lang="en-US" b="1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xmlns="" id="{090FC322-B737-4ACD-AACA-F059C24444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65203551"/>
              </p:ext>
            </p:extLst>
          </p:nvPr>
        </p:nvGraphicFramePr>
        <p:xfrm>
          <a:off x="670036" y="1692357"/>
          <a:ext cx="8243640" cy="4732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1"/>
          <p:cNvSpPr txBox="1">
            <a:spLocks/>
          </p:cNvSpPr>
          <p:nvPr/>
        </p:nvSpPr>
        <p:spPr>
          <a:xfrm>
            <a:off x="11746050" y="6269076"/>
            <a:ext cx="306250" cy="3730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B9F6E38-0256-4C4B-981B-FAA90C720E3E}" type="slidenum">
              <a:rPr lang="en-US" sz="1200" b="1" smtClean="0"/>
              <a:pPr algn="ctr"/>
              <a:t>4</a:t>
            </a:fld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96217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017D20F-5F45-4AA2-BD1E-8F56A8E9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/>
              <a:t>CRB Team Priorities for EPIC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8B8A63A7-C6DB-498A-BCAC-044B7CFD0D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6568" y="1151745"/>
            <a:ext cx="11407931" cy="5096656"/>
          </a:xfrm>
        </p:spPr>
        <p:txBody>
          <a:bodyPr/>
          <a:lstStyle/>
          <a:p>
            <a:pPr marL="342900" marR="165735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tabLst>
                <a:tab pos="884555" algn="l"/>
              </a:tabLst>
            </a:pPr>
            <a:r>
              <a:rPr lang="en-US" dirty="0">
                <a:effectLst/>
                <a:highlight>
                  <a:srgbClr val="FFFF00"/>
                </a:highlight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Focus on ERM holistically</a:t>
            </a: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, shift from “don’t get in trouble on a project” to a robust and strategic risk management methodology</a:t>
            </a:r>
          </a:p>
          <a:p>
            <a:pPr marL="342900" marR="165735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tabLst>
                <a:tab pos="884555" algn="l"/>
              </a:tabLst>
            </a:pP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Management of the risk for </a:t>
            </a:r>
            <a:r>
              <a:rPr lang="en-US" dirty="0">
                <a:effectLst/>
                <a:highlight>
                  <a:srgbClr val="FFFF00"/>
                </a:highlight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international expansion</a:t>
            </a:r>
          </a:p>
          <a:p>
            <a:pPr marL="342900" marR="165735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tabLst>
                <a:tab pos="884555" algn="l"/>
              </a:tabLst>
            </a:pP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An integrated approach to design-build</a:t>
            </a:r>
          </a:p>
          <a:p>
            <a:pPr marL="342900" marR="165735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tabLst>
                <a:tab pos="884555" algn="l"/>
              </a:tabLst>
            </a:pP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Comprehensive risk management practices to allow for </a:t>
            </a:r>
            <a:r>
              <a:rPr lang="en-US" dirty="0" smtClean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growth</a:t>
            </a:r>
            <a:endParaRPr lang="en-US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165735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tabLst>
                <a:tab pos="884555" algn="l"/>
              </a:tabLst>
            </a:pPr>
            <a:r>
              <a:rPr lang="en-US" dirty="0">
                <a:effectLst/>
                <a:highlight>
                  <a:srgbClr val="FFFF00"/>
                </a:highlight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Retention of the entrepreneurial culture </a:t>
            </a: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of the organization</a:t>
            </a: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D&amp;</a:t>
            </a:r>
            <a:r>
              <a:rPr lang="en-US" dirty="0" smtClean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O - </a:t>
            </a: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personal and uninsured liability risk management</a:t>
            </a: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effectLst/>
                <a:highlight>
                  <a:srgbClr val="FFFF00"/>
                </a:highlight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Supply chain risk</a:t>
            </a: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and what risk management strategies can be implemented </a:t>
            </a: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Subcontractor default</a:t>
            </a: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Project portfolio makeup</a:t>
            </a: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dirty="0" smtClean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A </a:t>
            </a:r>
            <a:r>
              <a:rPr lang="en-US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balance between engineering and construction disciplines</a:t>
            </a:r>
          </a:p>
          <a:p>
            <a:pPr marL="0" marR="165735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884555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1"/>
          <p:cNvSpPr txBox="1">
            <a:spLocks/>
          </p:cNvSpPr>
          <p:nvPr/>
        </p:nvSpPr>
        <p:spPr>
          <a:xfrm>
            <a:off x="11746050" y="6269076"/>
            <a:ext cx="306250" cy="3730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B9F6E38-0256-4C4B-981B-FAA90C720E3E}" type="slidenum">
              <a:rPr lang="en-US" sz="1200" b="1" smtClean="0"/>
              <a:pPr algn="ctr"/>
              <a:t>5</a:t>
            </a:fld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712425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017D20F-5F45-4AA2-BD1E-8F56A8E9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301176"/>
            <a:ext cx="10439398" cy="663657"/>
          </a:xfrm>
        </p:spPr>
        <p:txBody>
          <a:bodyPr/>
          <a:lstStyle/>
          <a:p>
            <a:r>
              <a:rPr lang="en-US" sz="3600" b="1" dirty="0" smtClean="0"/>
              <a:t>Project Timeline</a:t>
            </a:r>
            <a:endParaRPr lang="en-US" sz="3600" b="1" dirty="0"/>
          </a:p>
        </p:txBody>
      </p:sp>
      <p:sp>
        <p:nvSpPr>
          <p:cNvPr id="5" name="Slide Number Placeholder 1"/>
          <p:cNvSpPr txBox="1">
            <a:spLocks/>
          </p:cNvSpPr>
          <p:nvPr/>
        </p:nvSpPr>
        <p:spPr>
          <a:xfrm>
            <a:off x="11746050" y="6269076"/>
            <a:ext cx="306250" cy="3730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B9F6E38-0256-4C4B-981B-FAA90C720E3E}" type="slidenum">
              <a:rPr lang="en-US" sz="1200" b="1" smtClean="0"/>
              <a:pPr algn="ctr"/>
              <a:t>6</a:t>
            </a:fld>
            <a:endParaRPr lang="en-US" sz="1200" b="1" dirty="0"/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6686687" y="1249068"/>
            <a:ext cx="1603375" cy="0"/>
          </a:xfrm>
          <a:prstGeom prst="line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" name="Text Box 13"/>
          <p:cNvSpPr txBox="1">
            <a:spLocks noChangeArrowheads="1"/>
          </p:cNvSpPr>
          <p:nvPr/>
        </p:nvSpPr>
        <p:spPr bwMode="auto">
          <a:xfrm rot="16200000">
            <a:off x="480356" y="1712875"/>
            <a:ext cx="668337" cy="25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hangingPunct="1"/>
            <a:r>
              <a:rPr lang="en-US" sz="1400" b="1" dirty="0">
                <a:solidFill>
                  <a:schemeClr val="bg1"/>
                </a:solidFill>
                <a:latin typeface="Times New Roman" charset="0"/>
              </a:rPr>
              <a:t>HIGH</a:t>
            </a:r>
          </a:p>
        </p:txBody>
      </p:sp>
      <p:sp>
        <p:nvSpPr>
          <p:cNvPr id="8" name="Line 43"/>
          <p:cNvSpPr>
            <a:spLocks noChangeShapeType="1"/>
          </p:cNvSpPr>
          <p:nvPr/>
        </p:nvSpPr>
        <p:spPr bwMode="auto">
          <a:xfrm>
            <a:off x="-68125" y="1253831"/>
            <a:ext cx="8455025" cy="0"/>
          </a:xfrm>
          <a:prstGeom prst="line">
            <a:avLst/>
          </a:prstGeom>
          <a:noFill/>
          <a:ln w="31750">
            <a:solidFill>
              <a:srgbClr val="9999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aphicFrame>
        <p:nvGraphicFramePr>
          <p:cNvPr id="9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232564"/>
              </p:ext>
            </p:extLst>
          </p:nvPr>
        </p:nvGraphicFramePr>
        <p:xfrm>
          <a:off x="146051" y="1021936"/>
          <a:ext cx="9427542" cy="5606784"/>
        </p:xfrm>
        <a:graphic>
          <a:graphicData uri="http://schemas.openxmlformats.org/drawingml/2006/table">
            <a:tbl>
              <a:tblPr/>
              <a:tblGrid>
                <a:gridCol w="237633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44407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9736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50059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500594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42908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48524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456813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  <a:gridCol w="562398">
                  <a:extLst>
                    <a:ext uri="{9D8B030D-6E8A-4147-A177-3AD203B41FA5}">
                      <a16:colId xmlns:a16="http://schemas.microsoft.com/office/drawing/2014/main" xmlns="" val="20008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xmlns="" val="20009"/>
                    </a:ext>
                  </a:extLst>
                </a:gridCol>
                <a:gridCol w="463657">
                  <a:extLst>
                    <a:ext uri="{9D8B030D-6E8A-4147-A177-3AD203B41FA5}">
                      <a16:colId xmlns:a16="http://schemas.microsoft.com/office/drawing/2014/main" xmlns="" val="20010"/>
                    </a:ext>
                  </a:extLst>
                </a:gridCol>
                <a:gridCol w="471977">
                  <a:extLst>
                    <a:ext uri="{9D8B030D-6E8A-4147-A177-3AD203B41FA5}">
                      <a16:colId xmlns:a16="http://schemas.microsoft.com/office/drawing/2014/main" xmlns="" val="20011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xmlns="" val="20012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xmlns="" val="20013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xmlns="" val="20014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xmlns="" val="20015"/>
                    </a:ext>
                  </a:extLst>
                </a:gridCol>
              </a:tblGrid>
              <a:tr h="33859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Tasks</a:t>
                      </a: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                                 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9750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2/12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2/19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2/26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3/5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3/12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3/19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3/26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4/2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4/9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4/16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4/23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4/30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5/7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5/14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June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71009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Planning (PMO)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i. ERM Survey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77800" marR="0" lvl="0" indent="-1778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II. Internal Risk Assesssment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724766519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77800" marR="0" lvl="0" indent="-1778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1) Human Resources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28568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2)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IT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18959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3)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EHS</a:t>
                      </a: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49449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4)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Project Operations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98146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5) Business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Continuity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80412771"/>
                  </a:ext>
                </a:extLst>
              </a:tr>
              <a:tr h="298146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6) Financial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469342790"/>
                  </a:ext>
                </a:extLst>
              </a:tr>
              <a:tr h="335359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7)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Compliance &amp; Reputation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8)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Strategic </a:t>
                      </a: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&amp; Financial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93152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9) Economic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10) </a:t>
                      </a:r>
                      <a:r>
                        <a:rPr kumimoji="0" lang="en-US" sz="1200" b="0" i="0" u="none" strike="noStrike" cap="none" normalizeH="0" baseline="0" noProof="1" smtClean="0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Technological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11) Social &amp; Cultural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32679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12) Political / Soverign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4"/>
                  </a:ext>
                </a:extLst>
              </a:tr>
              <a:tr h="367922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13) Environmental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5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14) Legal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7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III. Report Out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8"/>
                  </a:ext>
                </a:extLst>
              </a:tr>
            </a:tbl>
          </a:graphicData>
        </a:graphic>
      </p:graphicFrame>
      <p:sp>
        <p:nvSpPr>
          <p:cNvPr id="10" name="Text Box 248"/>
          <p:cNvSpPr txBox="1">
            <a:spLocks noChangeArrowheads="1"/>
          </p:cNvSpPr>
          <p:nvPr/>
        </p:nvSpPr>
        <p:spPr bwMode="auto">
          <a:xfrm>
            <a:off x="8605683" y="6396819"/>
            <a:ext cx="944717" cy="296081"/>
          </a:xfrm>
          <a:prstGeom prst="rect">
            <a:avLst/>
          </a:prstGeom>
          <a:gradFill rotWithShape="1">
            <a:gsLst>
              <a:gs pos="0">
                <a:srgbClr val="F8F8F8"/>
              </a:gs>
              <a:gs pos="100000">
                <a:srgbClr val="EAEAEA"/>
              </a:gs>
            </a:gsLst>
            <a:lin ang="5400000" scaled="1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1C1C1C">
                <a:alpha val="50000"/>
              </a:srgbClr>
            </a:outerShdw>
          </a:effectLst>
        </p:spPr>
        <p:txBody>
          <a:bodyPr wrap="none" anchor="ctr"/>
          <a:lstStyle>
            <a:lvl1pPr marL="174625" indent="-174625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sz="900" b="1" noProof="1">
                <a:solidFill>
                  <a:srgbClr val="000000"/>
                </a:solidFill>
              </a:rPr>
              <a:t>BOD </a:t>
            </a:r>
            <a:r>
              <a:rPr lang="en-US" sz="900" b="1" noProof="1" smtClean="0">
                <a:solidFill>
                  <a:srgbClr val="000000"/>
                </a:solidFill>
              </a:rPr>
              <a:t>5/24/21</a:t>
            </a:r>
            <a:endParaRPr lang="en-US" sz="900" b="1" noProof="1">
              <a:solidFill>
                <a:srgbClr val="000000"/>
              </a:solidFill>
            </a:endParaRPr>
          </a:p>
        </p:txBody>
      </p:sp>
      <p:sp>
        <p:nvSpPr>
          <p:cNvPr id="11" name="Line 249"/>
          <p:cNvSpPr>
            <a:spLocks noChangeShapeType="1"/>
          </p:cNvSpPr>
          <p:nvPr/>
        </p:nvSpPr>
        <p:spPr bwMode="auto">
          <a:xfrm flipV="1">
            <a:off x="3721101" y="1364164"/>
            <a:ext cx="59752" cy="5074736"/>
          </a:xfrm>
          <a:prstGeom prst="line">
            <a:avLst/>
          </a:prstGeom>
          <a:noFill/>
          <a:ln w="19050">
            <a:solidFill>
              <a:srgbClr val="C40505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EAEAEA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Text Box 251"/>
          <p:cNvSpPr txBox="1">
            <a:spLocks noChangeArrowheads="1"/>
          </p:cNvSpPr>
          <p:nvPr/>
        </p:nvSpPr>
        <p:spPr bwMode="auto">
          <a:xfrm>
            <a:off x="3375916" y="6491072"/>
            <a:ext cx="661219" cy="1955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rgbClr val="DDDDDD"/>
                    </a:gs>
                    <a:gs pos="100000">
                      <a:srgbClr val="FFFFFF"/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DDDDDD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5388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36000" tIns="90000" rIns="36000" bIns="90000" anchor="ctr"/>
          <a:lstStyle>
            <a:lvl1pPr marL="177800" indent="-177800" defTabSz="801688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>
              <a:spcBef>
                <a:spcPct val="20000"/>
              </a:spcBef>
            </a:pPr>
            <a:r>
              <a:rPr lang="en-US" sz="1050" b="1" noProof="1">
                <a:solidFill>
                  <a:srgbClr val="FF0000"/>
                </a:solidFill>
              </a:rPr>
              <a:t>Current</a:t>
            </a:r>
            <a:endParaRPr sz="1050" b="1" noProof="1">
              <a:solidFill>
                <a:srgbClr val="FF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129868" y="2207747"/>
            <a:ext cx="822899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2/22 – 2/24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0795" y="1964467"/>
            <a:ext cx="5315981" cy="25391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chemeClr val="bg1"/>
                </a:solidFill>
              </a:rPr>
              <a:t>                                                           2/22/21 – 3/24/23</a:t>
            </a:r>
          </a:p>
        </p:txBody>
      </p:sp>
      <p:sp>
        <p:nvSpPr>
          <p:cNvPr id="15" name="AutoShape 259"/>
          <p:cNvSpPr>
            <a:spLocks noChangeArrowheads="1"/>
          </p:cNvSpPr>
          <p:nvPr/>
        </p:nvSpPr>
        <p:spPr bwMode="auto">
          <a:xfrm>
            <a:off x="3438430" y="1611522"/>
            <a:ext cx="222152" cy="158956"/>
          </a:xfrm>
          <a:prstGeom prst="diamond">
            <a:avLst/>
          </a:prstGeom>
          <a:solidFill>
            <a:srgbClr val="FEA501"/>
          </a:solidFill>
          <a:ln w="12700">
            <a:solidFill>
              <a:srgbClr val="FFFFFF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1C1C1C">
                <a:alpha val="50000"/>
              </a:srgbClr>
            </a:outerShdw>
          </a:effectLst>
        </p:spPr>
        <p:txBody>
          <a:bodyPr wrap="none" anchor="ctr"/>
          <a:lstStyle/>
          <a:p>
            <a:pPr marL="174625" indent="-174625" algn="ctr">
              <a:spcBef>
                <a:spcPct val="50000"/>
              </a:spcBef>
            </a:pP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91382" y="6063399"/>
            <a:ext cx="774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Report out</a:t>
            </a:r>
          </a:p>
          <a:p>
            <a:pPr algn="ctr"/>
            <a:r>
              <a:rPr lang="en-US" sz="900" b="1" dirty="0"/>
              <a:t>5/14</a:t>
            </a:r>
            <a:endParaRPr lang="en-US" sz="900" b="1" dirty="0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258543" y="1348992"/>
            <a:ext cx="871325" cy="253916"/>
          </a:xfrm>
          <a:prstGeom prst="rect">
            <a:avLst/>
          </a:prstGeom>
          <a:solidFill>
            <a:srgbClr val="008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2/8 – 2/12</a:t>
            </a:r>
          </a:p>
        </p:txBody>
      </p:sp>
      <p:sp>
        <p:nvSpPr>
          <p:cNvPr id="18" name="AutoShape 259"/>
          <p:cNvSpPr>
            <a:spLocks noChangeArrowheads="1"/>
          </p:cNvSpPr>
          <p:nvPr/>
        </p:nvSpPr>
        <p:spPr bwMode="auto">
          <a:xfrm>
            <a:off x="9227685" y="6155210"/>
            <a:ext cx="247650" cy="152400"/>
          </a:xfrm>
          <a:prstGeom prst="diamond">
            <a:avLst/>
          </a:prstGeom>
          <a:solidFill>
            <a:srgbClr val="FEA501"/>
          </a:solidFill>
          <a:ln w="12700">
            <a:solidFill>
              <a:srgbClr val="FFFFFF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1C1C1C">
                <a:alpha val="50000"/>
              </a:srgbClr>
            </a:outerShdw>
          </a:effectLst>
        </p:spPr>
        <p:txBody>
          <a:bodyPr wrap="none" anchor="ctr"/>
          <a:lstStyle/>
          <a:p>
            <a:pPr marL="174625" indent="-174625" algn="ctr">
              <a:spcBef>
                <a:spcPct val="50000"/>
              </a:spcBef>
            </a:pP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9" name="TextBox 51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774121" y="1357606"/>
            <a:ext cx="475470" cy="253916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50" dirty="0">
                <a:solidFill>
                  <a:srgbClr val="FFFFFF"/>
                </a:solidFill>
              </a:rPr>
              <a:t>Start</a:t>
            </a:r>
          </a:p>
        </p:txBody>
      </p:sp>
      <p:cxnSp>
        <p:nvCxnSpPr>
          <p:cNvPr id="20" name="Elbow Connector 19"/>
          <p:cNvCxnSpPr>
            <a:cxnSpLocks noChangeShapeType="1"/>
          </p:cNvCxnSpPr>
          <p:nvPr>
            <p:custDataLst>
              <p:tags r:id="rId2"/>
            </p:custDataLst>
          </p:nvPr>
        </p:nvCxnSpPr>
        <p:spPr bwMode="auto">
          <a:xfrm rot="16200000" flipH="1">
            <a:off x="3272953" y="1687914"/>
            <a:ext cx="346344" cy="206762"/>
          </a:xfrm>
          <a:prstGeom prst="bentConnector3">
            <a:avLst>
              <a:gd name="adj1" fmla="val 50000"/>
            </a:avLst>
          </a:prstGeom>
          <a:noFill/>
          <a:ln w="25400" algn="ctr">
            <a:solidFill>
              <a:srgbClr val="0070C0"/>
            </a:solidFill>
            <a:round/>
            <a:headEnd/>
            <a:tailEnd type="arrow" w="med" len="med"/>
          </a:ln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D20B3CF9-CEAB-43F4-9180-BEAE97B05644}"/>
              </a:ext>
            </a:extLst>
          </p:cNvPr>
          <p:cNvSpPr txBox="1"/>
          <p:nvPr/>
        </p:nvSpPr>
        <p:spPr>
          <a:xfrm>
            <a:off x="6563142" y="6104452"/>
            <a:ext cx="960024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4/19 – 4/21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xmlns="" id="{7913E2BE-7332-4C89-A887-501D3F811B3B}"/>
              </a:ext>
            </a:extLst>
          </p:cNvPr>
          <p:cNvSpPr/>
          <p:nvPr/>
        </p:nvSpPr>
        <p:spPr bwMode="auto">
          <a:xfrm>
            <a:off x="6433112" y="2208072"/>
            <a:ext cx="547107" cy="1957766"/>
          </a:xfrm>
          <a:prstGeom prst="righ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3" name="TextBox 51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488038" y="1618123"/>
            <a:ext cx="866014" cy="253916"/>
          </a:xfrm>
          <a:prstGeom prst="rect">
            <a:avLst/>
          </a:prstGeom>
          <a:solidFill>
            <a:srgbClr val="FF66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50" b="1" dirty="0"/>
              <a:t>2/15– 2/19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2744" y="2460030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2/25 – 3/2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38" y="2714724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3/3 – 3/5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0344" y="2982540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3/8 – 3/12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1973" y="3276068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3/15 – 3/16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4373" y="3557795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3/17 – 3/19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102" y="3881554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3/22 – 3/24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0031" y="4211867"/>
            <a:ext cx="828058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rgbClr val="660066"/>
                </a:solidFill>
              </a:rPr>
              <a:t>3/29 – 3/31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xmlns="" id="{D20B3CF9-CEAB-43F4-9180-BEAE97B05644}"/>
              </a:ext>
            </a:extLst>
          </p:cNvPr>
          <p:cNvSpPr txBox="1"/>
          <p:nvPr/>
        </p:nvSpPr>
        <p:spPr>
          <a:xfrm>
            <a:off x="5401421" y="4546973"/>
            <a:ext cx="810540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 – 4/2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xmlns="" id="{D20B3CF9-CEAB-43F4-9180-BEAE97B05644}"/>
              </a:ext>
            </a:extLst>
          </p:cNvPr>
          <p:cNvSpPr txBox="1"/>
          <p:nvPr/>
        </p:nvSpPr>
        <p:spPr>
          <a:xfrm>
            <a:off x="5733063" y="4814703"/>
            <a:ext cx="895053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4/5 – 4/7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xmlns="" id="{D20B3CF9-CEAB-43F4-9180-BEAE97B05644}"/>
              </a:ext>
            </a:extLst>
          </p:cNvPr>
          <p:cNvSpPr txBox="1"/>
          <p:nvPr/>
        </p:nvSpPr>
        <p:spPr>
          <a:xfrm>
            <a:off x="6089088" y="5118666"/>
            <a:ext cx="891131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4/8 – 4/9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xmlns="" id="{D20B3CF9-CEAB-43F4-9180-BEAE97B05644}"/>
              </a:ext>
            </a:extLst>
          </p:cNvPr>
          <p:cNvSpPr txBox="1"/>
          <p:nvPr/>
        </p:nvSpPr>
        <p:spPr>
          <a:xfrm>
            <a:off x="6109399" y="5410797"/>
            <a:ext cx="960024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4/12 - 4/14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xmlns="" id="{D20B3CF9-CEAB-43F4-9180-BEAE97B05644}"/>
              </a:ext>
            </a:extLst>
          </p:cNvPr>
          <p:cNvSpPr txBox="1"/>
          <p:nvPr/>
        </p:nvSpPr>
        <p:spPr>
          <a:xfrm>
            <a:off x="6249099" y="5766344"/>
            <a:ext cx="960024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4/15 – 4/16</a:t>
            </a:r>
          </a:p>
        </p:txBody>
      </p:sp>
      <p:sp>
        <p:nvSpPr>
          <p:cNvPr id="36" name="Right Brace 35">
            <a:extLst>
              <a:ext uri="{FF2B5EF4-FFF2-40B4-BE49-F238E27FC236}">
                <a16:creationId xmlns:a16="http://schemas.microsoft.com/office/drawing/2014/main" xmlns="" id="{7913E2BE-7332-4C89-A887-501D3F811B3B}"/>
              </a:ext>
            </a:extLst>
          </p:cNvPr>
          <p:cNvSpPr/>
          <p:nvPr/>
        </p:nvSpPr>
        <p:spPr bwMode="auto">
          <a:xfrm>
            <a:off x="7839794" y="4420015"/>
            <a:ext cx="518960" cy="1828050"/>
          </a:xfrm>
          <a:prstGeom prst="righ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43154" y="3028706"/>
            <a:ext cx="16630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Operational Risks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6900" y="5218693"/>
            <a:ext cx="12945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External Risks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52EDD737-DF02-48F1-A213-EC01DF2C9D66}"/>
              </a:ext>
            </a:extLst>
          </p:cNvPr>
          <p:cNvCxnSpPr>
            <a:cxnSpLocks/>
            <a:stCxn id="30" idx="3"/>
          </p:cNvCxnSpPr>
          <p:nvPr/>
        </p:nvCxnSpPr>
        <p:spPr bwMode="auto">
          <a:xfrm>
            <a:off x="5928089" y="4327283"/>
            <a:ext cx="1911705" cy="3656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7602501" y="3655580"/>
            <a:ext cx="162674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Information for </a:t>
            </a:r>
          </a:p>
          <a:p>
            <a:pPr algn="ctr"/>
            <a:r>
              <a:rPr lang="en-US" sz="1400" dirty="0"/>
              <a:t>Decision-making</a:t>
            </a:r>
          </a:p>
          <a:p>
            <a:pPr algn="ctr"/>
            <a:r>
              <a:rPr lang="en-US" sz="1400" dirty="0"/>
              <a:t>Risks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8737" y="6387914"/>
            <a:ext cx="871325" cy="253916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4/26 – 5/7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02800" y="1460500"/>
            <a:ext cx="23495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Note: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Weekly program</a:t>
            </a:r>
          </a:p>
          <a:p>
            <a:r>
              <a:rPr lang="en-US" dirty="0" smtClean="0"/>
              <a:t>     updates provided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Project on track (surveys released and in progress)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232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1679337-7CEE-4ACE-AC43-B6AB5770E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0222" y="133503"/>
            <a:ext cx="10439401" cy="839742"/>
          </a:xfrm>
        </p:spPr>
        <p:txBody>
          <a:bodyPr anchor="ctr">
            <a:normAutofit/>
          </a:bodyPr>
          <a:lstStyle/>
          <a:p>
            <a:r>
              <a:rPr lang="en-US" sz="3600" b="1" dirty="0"/>
              <a:t>ERM Steering Committee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D3FAA7C2-09E2-4619-96B5-F70EE1177C85}"/>
              </a:ext>
            </a:extLst>
          </p:cNvPr>
          <p:cNvSpPr txBox="1"/>
          <p:nvPr/>
        </p:nvSpPr>
        <p:spPr>
          <a:xfrm>
            <a:off x="1409766" y="986720"/>
            <a:ext cx="3552669" cy="5539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Jesse Adams</a:t>
            </a:r>
            <a:endParaRPr lang="en-US" sz="2400" dirty="0">
              <a:solidFill>
                <a:srgbClr val="414244"/>
              </a:solidFill>
            </a:endParaRPr>
          </a:p>
          <a:p>
            <a:pPr marL="457200" lvl="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Can </a:t>
            </a: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Aktar</a:t>
            </a: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 </a:t>
            </a: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 smtClean="0">
                <a:solidFill>
                  <a:srgbClr val="414244"/>
                </a:solidFill>
                <a:ea typeface="Times New Roman" panose="02020603050405020304" pitchFamily="18" charset="0"/>
              </a:rPr>
              <a:t>Robert </a:t>
            </a: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Brady </a:t>
            </a: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Danielle David </a:t>
            </a:r>
          </a:p>
          <a:p>
            <a:pPr marL="457200" lvl="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</a:rPr>
              <a:t>Sue </a:t>
            </a:r>
            <a:r>
              <a:rPr lang="en-US" dirty="0">
                <a:solidFill>
                  <a:srgbClr val="414244"/>
                </a:solidFill>
              </a:rPr>
              <a:t>Dreckman</a:t>
            </a:r>
            <a:endParaRPr lang="en-US" dirty="0">
              <a:solidFill>
                <a:srgbClr val="414244"/>
              </a:solidFill>
            </a:endParaRP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 smtClean="0">
                <a:solidFill>
                  <a:srgbClr val="414244"/>
                </a:solidFill>
              </a:rPr>
              <a:t>Derrick </a:t>
            </a:r>
            <a:r>
              <a:rPr lang="en-US" dirty="0">
                <a:solidFill>
                  <a:srgbClr val="414244"/>
                </a:solidFill>
              </a:rPr>
              <a:t>Green </a:t>
            </a:r>
          </a:p>
          <a:p>
            <a:pPr marL="457200" lvl="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</a:rPr>
              <a:t>Courtney Holt</a:t>
            </a: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 smtClean="0">
                <a:solidFill>
                  <a:srgbClr val="414244"/>
                </a:solidFill>
              </a:rPr>
              <a:t>Chris </a:t>
            </a:r>
            <a:r>
              <a:rPr lang="en-US" dirty="0">
                <a:solidFill>
                  <a:srgbClr val="414244"/>
                </a:solidFill>
              </a:rPr>
              <a:t>Humphrey</a:t>
            </a: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  <a:ea typeface="Times New Roman" panose="02020603050405020304" pitchFamily="18" charset="0"/>
              </a:rPr>
              <a:t>John </a:t>
            </a:r>
            <a:r>
              <a:rPr lang="en-US" dirty="0" err="1">
                <a:solidFill>
                  <a:srgbClr val="414244"/>
                </a:solidFill>
                <a:ea typeface="Times New Roman" panose="02020603050405020304" pitchFamily="18" charset="0"/>
              </a:rPr>
              <a:t>Linsley</a:t>
            </a:r>
            <a:endParaRPr lang="en-US" dirty="0">
              <a:solidFill>
                <a:srgbClr val="414244"/>
              </a:solidFill>
              <a:ea typeface="Times New Roman" panose="02020603050405020304" pitchFamily="18" charset="0"/>
            </a:endParaRPr>
          </a:p>
          <a:p>
            <a:pPr marL="457200" lvl="0" indent="-342900">
              <a:spcAft>
                <a:spcPts val="1200"/>
              </a:spcAft>
              <a:buFont typeface="Arial"/>
              <a:buChar char="•"/>
            </a:pPr>
            <a:r>
              <a:rPr lang="en-US" dirty="0">
                <a:solidFill>
                  <a:srgbClr val="414244"/>
                </a:solidFill>
              </a:rPr>
              <a:t>Jim Scott </a:t>
            </a: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 smtClean="0">
                <a:solidFill>
                  <a:srgbClr val="414244"/>
                </a:solidFill>
                <a:ea typeface="Times New Roman" panose="02020603050405020304" pitchFamily="18" charset="0"/>
              </a:rPr>
              <a:t>Bart </a:t>
            </a:r>
            <a:r>
              <a:rPr lang="en-US" dirty="0" smtClean="0">
                <a:solidFill>
                  <a:srgbClr val="414244"/>
                </a:solidFill>
                <a:ea typeface="Times New Roman" panose="02020603050405020304" pitchFamily="18" charset="0"/>
              </a:rPr>
              <a:t>Schubert </a:t>
            </a:r>
            <a:endParaRPr lang="en-US" dirty="0">
              <a:solidFill>
                <a:srgbClr val="414244"/>
              </a:solidFill>
              <a:ea typeface="Calibri" panose="020F0502020204030204" pitchFamily="34" charset="0"/>
            </a:endParaRPr>
          </a:p>
          <a:p>
            <a:pPr marL="457200" indent="-342900">
              <a:spcAft>
                <a:spcPts val="1200"/>
              </a:spcAft>
              <a:buFont typeface="Arial"/>
              <a:buChar char="•"/>
            </a:pPr>
            <a:r>
              <a:rPr lang="en-US" dirty="0"/>
              <a:t>Russ Sheppard</a:t>
            </a:r>
          </a:p>
          <a:p>
            <a:pPr marL="457200" marR="0" lvl="0" indent="-342900"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lang="en-US" sz="1800" dirty="0" smtClean="0">
                <a:solidFill>
                  <a:srgbClr val="414244"/>
                </a:solidFill>
              </a:rPr>
              <a:t>Paul Skinner</a:t>
            </a:r>
            <a:endParaRPr lang="en-US" sz="1800" dirty="0">
              <a:solidFill>
                <a:srgbClr val="414244"/>
              </a:solidFill>
            </a:endParaRPr>
          </a:p>
        </p:txBody>
      </p:sp>
      <p:sp>
        <p:nvSpPr>
          <p:cNvPr id="4" name="Slide Number Placeholder 1"/>
          <p:cNvSpPr txBox="1">
            <a:spLocks/>
          </p:cNvSpPr>
          <p:nvPr/>
        </p:nvSpPr>
        <p:spPr>
          <a:xfrm>
            <a:off x="11746050" y="6269076"/>
            <a:ext cx="306250" cy="3730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3B9F6E38-0256-4C4B-981B-FAA90C720E3E}" type="slidenum">
              <a:rPr lang="en-US" sz="1200" b="1" smtClean="0"/>
              <a:pPr algn="ctr"/>
              <a:t>7</a:t>
            </a:fld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55931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66743E1-7CB6-4286-A615-433D6ED109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7779816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U5dxsIdEJEqV5rsmRjo0Y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Yhy4BWRjcUigZf13Nl9yA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U5dxsIdEJEqV5rsmRjo0Yw"/>
</p:tagLst>
</file>

<file path=ppt/theme/theme1.xml><?xml version="1.0" encoding="utf-8"?>
<a:theme xmlns:a="http://schemas.openxmlformats.org/drawingml/2006/main" name="Blue Master">
  <a:themeElements>
    <a:clrScheme name="CRB Colors">
      <a:dk1>
        <a:srgbClr val="414244"/>
      </a:dk1>
      <a:lt1>
        <a:srgbClr val="FFFFFF"/>
      </a:lt1>
      <a:dk2>
        <a:srgbClr val="7A7C81"/>
      </a:dk2>
      <a:lt2>
        <a:srgbClr val="00A1E0"/>
      </a:lt2>
      <a:accent1>
        <a:srgbClr val="49BC89"/>
      </a:accent1>
      <a:accent2>
        <a:srgbClr val="1C355E"/>
      </a:accent2>
      <a:accent3>
        <a:srgbClr val="76CFE7"/>
      </a:accent3>
      <a:accent4>
        <a:srgbClr val="F47F31"/>
      </a:accent4>
      <a:accent5>
        <a:srgbClr val="15877F"/>
      </a:accent5>
      <a:accent6>
        <a:srgbClr val="C4C4C4"/>
      </a:accent6>
      <a:hlink>
        <a:srgbClr val="00A1E0"/>
      </a:hlink>
      <a:folHlink>
        <a:srgbClr val="1C355E"/>
      </a:folHlink>
    </a:clrScheme>
    <a:fontScheme name="CRB PowerPoint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resentation Template 2019.potx" id="{67542CFB-8C9F-4721-B1BF-6B95285B8D6B}" vid="{67B49BE2-3043-41A5-B40A-781CF852E532}"/>
    </a:ext>
  </a:extLst>
</a:theme>
</file>

<file path=ppt/theme/theme2.xml><?xml version="1.0" encoding="utf-8"?>
<a:theme xmlns:a="http://schemas.openxmlformats.org/drawingml/2006/main" name="Green Master">
  <a:themeElements>
    <a:clrScheme name="CRB Colors">
      <a:dk1>
        <a:srgbClr val="414244"/>
      </a:dk1>
      <a:lt1>
        <a:srgbClr val="FFFFFF"/>
      </a:lt1>
      <a:dk2>
        <a:srgbClr val="7A7C81"/>
      </a:dk2>
      <a:lt2>
        <a:srgbClr val="00A1E0"/>
      </a:lt2>
      <a:accent1>
        <a:srgbClr val="49BC89"/>
      </a:accent1>
      <a:accent2>
        <a:srgbClr val="1C355E"/>
      </a:accent2>
      <a:accent3>
        <a:srgbClr val="76CFE7"/>
      </a:accent3>
      <a:accent4>
        <a:srgbClr val="F47F31"/>
      </a:accent4>
      <a:accent5>
        <a:srgbClr val="15877F"/>
      </a:accent5>
      <a:accent6>
        <a:srgbClr val="C4C4C4"/>
      </a:accent6>
      <a:hlink>
        <a:srgbClr val="00A1E0"/>
      </a:hlink>
      <a:folHlink>
        <a:srgbClr val="1C355E"/>
      </a:folHlink>
    </a:clrScheme>
    <a:fontScheme name="CRB PowerPoint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resentation Template 2019.potx" id="{67542CFB-8C9F-4721-B1BF-6B95285B8D6B}" vid="{5DD0D195-91B8-441B-AF41-999A19AAC8E4}"/>
    </a:ext>
  </a:extLst>
</a:theme>
</file>

<file path=ppt/theme/theme3.xml><?xml version="1.0" encoding="utf-8"?>
<a:theme xmlns:a="http://schemas.openxmlformats.org/drawingml/2006/main" name="Navy Master">
  <a:themeElements>
    <a:clrScheme name="CRB Colors">
      <a:dk1>
        <a:srgbClr val="414244"/>
      </a:dk1>
      <a:lt1>
        <a:srgbClr val="FFFFFF"/>
      </a:lt1>
      <a:dk2>
        <a:srgbClr val="7A7C81"/>
      </a:dk2>
      <a:lt2>
        <a:srgbClr val="00A1E0"/>
      </a:lt2>
      <a:accent1>
        <a:srgbClr val="49BC89"/>
      </a:accent1>
      <a:accent2>
        <a:srgbClr val="1C355E"/>
      </a:accent2>
      <a:accent3>
        <a:srgbClr val="76CFE7"/>
      </a:accent3>
      <a:accent4>
        <a:srgbClr val="F47F31"/>
      </a:accent4>
      <a:accent5>
        <a:srgbClr val="15877F"/>
      </a:accent5>
      <a:accent6>
        <a:srgbClr val="C4C4C4"/>
      </a:accent6>
      <a:hlink>
        <a:srgbClr val="00A1E0"/>
      </a:hlink>
      <a:folHlink>
        <a:srgbClr val="1C355E"/>
      </a:folHlink>
    </a:clrScheme>
    <a:fontScheme name="CRB PowerPoint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resentation Template 2019.potx" id="{67542CFB-8C9F-4721-B1BF-6B95285B8D6B}" vid="{6D3D4D5A-0E3D-4E9C-B3C1-E6363A2843C1}"/>
    </a:ext>
  </a:extLst>
</a:theme>
</file>

<file path=ppt/theme/theme4.xml><?xml version="1.0" encoding="utf-8"?>
<a:theme xmlns:a="http://schemas.openxmlformats.org/drawingml/2006/main" name="Gray Master">
  <a:themeElements>
    <a:clrScheme name="CRB Colors">
      <a:dk1>
        <a:srgbClr val="414244"/>
      </a:dk1>
      <a:lt1>
        <a:srgbClr val="FFFFFF"/>
      </a:lt1>
      <a:dk2>
        <a:srgbClr val="7A7C81"/>
      </a:dk2>
      <a:lt2>
        <a:srgbClr val="00A1E0"/>
      </a:lt2>
      <a:accent1>
        <a:srgbClr val="49BC89"/>
      </a:accent1>
      <a:accent2>
        <a:srgbClr val="1C355E"/>
      </a:accent2>
      <a:accent3>
        <a:srgbClr val="76CFE7"/>
      </a:accent3>
      <a:accent4>
        <a:srgbClr val="F47F31"/>
      </a:accent4>
      <a:accent5>
        <a:srgbClr val="15877F"/>
      </a:accent5>
      <a:accent6>
        <a:srgbClr val="C4C4C4"/>
      </a:accent6>
      <a:hlink>
        <a:srgbClr val="00A1E0"/>
      </a:hlink>
      <a:folHlink>
        <a:srgbClr val="1C355E"/>
      </a:folHlink>
    </a:clrScheme>
    <a:fontScheme name="CRB PowerPoint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resentation Template 2019.potx" id="{67542CFB-8C9F-4721-B1BF-6B95285B8D6B}" vid="{9692E994-1CB2-4A41-9AAD-CBB5B6A5ABD5}"/>
    </a:ext>
  </a:extLst>
</a:theme>
</file>

<file path=ppt/theme/theme5.xml><?xml version="1.0" encoding="utf-8"?>
<a:theme xmlns:a="http://schemas.openxmlformats.org/drawingml/2006/main" name="Dark Gray Master">
  <a:themeElements>
    <a:clrScheme name="CRB Colors">
      <a:dk1>
        <a:srgbClr val="414244"/>
      </a:dk1>
      <a:lt1>
        <a:srgbClr val="FFFFFF"/>
      </a:lt1>
      <a:dk2>
        <a:srgbClr val="7A7C81"/>
      </a:dk2>
      <a:lt2>
        <a:srgbClr val="00A1E0"/>
      </a:lt2>
      <a:accent1>
        <a:srgbClr val="49BC89"/>
      </a:accent1>
      <a:accent2>
        <a:srgbClr val="1C355E"/>
      </a:accent2>
      <a:accent3>
        <a:srgbClr val="76CFE7"/>
      </a:accent3>
      <a:accent4>
        <a:srgbClr val="F47F31"/>
      </a:accent4>
      <a:accent5>
        <a:srgbClr val="15877F"/>
      </a:accent5>
      <a:accent6>
        <a:srgbClr val="C4C4C4"/>
      </a:accent6>
      <a:hlink>
        <a:srgbClr val="00A1E0"/>
      </a:hlink>
      <a:folHlink>
        <a:srgbClr val="1C355E"/>
      </a:folHlink>
    </a:clrScheme>
    <a:fontScheme name="CRB PowerPoint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resentation Template 2019.potx" id="{67542CFB-8C9F-4721-B1BF-6B95285B8D6B}" vid="{78CAA03E-D7F5-42D8-8BE8-80DF76C9ED94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06114104E1274599B566716D812793" ma:contentTypeVersion="10" ma:contentTypeDescription="Create a new document." ma:contentTypeScope="" ma:versionID="33a77e9d202d4e1c5e093f141d8a8a91">
  <xsd:schema xmlns:xsd="http://www.w3.org/2001/XMLSchema" xmlns:xs="http://www.w3.org/2001/XMLSchema" xmlns:p="http://schemas.microsoft.com/office/2006/metadata/properties" xmlns:ns2="459b4faf-e1f9-4bfe-8ffc-591da3b97df8" xmlns:ns3="64a2234f-2798-47c3-85fa-844feca542c8" targetNamespace="http://schemas.microsoft.com/office/2006/metadata/properties" ma:root="true" ma:fieldsID="5f0dd3ca6d290d3328bd832ccf86fb85" ns2:_="" ns3:_="">
    <xsd:import namespace="459b4faf-e1f9-4bfe-8ffc-591da3b97df8"/>
    <xsd:import namespace="64a2234f-2798-47c3-85fa-844feca542c8"/>
    <xsd:element name="properties">
      <xsd:complexType>
        <xsd:sequence>
          <xsd:element name="documentManagement">
            <xsd:complexType>
              <xsd:all>
                <xsd:element ref="ns2:MeetingDate" minOccurs="0"/>
                <xsd:element ref="ns2:Company" minOccurs="0"/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Year" minOccurs="0"/>
                <xsd:element ref="ns2:Committe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9b4faf-e1f9-4bfe-8ffc-591da3b97df8" elementFormDefault="qualified">
    <xsd:import namespace="http://schemas.microsoft.com/office/2006/documentManagement/types"/>
    <xsd:import namespace="http://schemas.microsoft.com/office/infopath/2007/PartnerControls"/>
    <xsd:element name="MeetingDate" ma:index="8" nillable="true" ma:displayName="Meeting Date" ma:format="DateOnly" ma:internalName="MeetingDate">
      <xsd:simpleType>
        <xsd:restriction base="dms:DateTime"/>
      </xsd:simpleType>
    </xsd:element>
    <xsd:element name="Company" ma:index="9" nillable="true" ma:displayName="Company" ma:format="Dropdown" ma:internalName="Company">
      <xsd:simpleType>
        <xsd:restriction base="dms:Choice">
          <xsd:enumeration value="CRB Group"/>
          <xsd:enumeration value="Construction"/>
          <xsd:enumeration value="Combined"/>
          <xsd:enumeration value="Design"/>
          <xsd:enumeration value="Misc."/>
        </xsd:restriction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Year" ma:index="14" nillable="true" ma:displayName="Year" ma:format="Dropdown" ma:internalName="Year">
      <xsd:simpleType>
        <xsd:restriction base="dms:Text">
          <xsd:maxLength value="4"/>
        </xsd:restriction>
      </xsd:simpleType>
    </xsd:element>
    <xsd:element name="Committee" ma:index="15" nillable="true" ma:displayName="Committee" ma:description="Provide the committee name, where applicable" ma:format="Dropdown" ma:internalName="Committe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a2234f-2798-47c3-85fa-844feca542c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mmittee xmlns="459b4faf-e1f9-4bfe-8ffc-591da3b97df8" xsi:nil="true"/>
    <Company xmlns="459b4faf-e1f9-4bfe-8ffc-591da3b97df8">CRB Group</Company>
    <Year xmlns="459b4faf-e1f9-4bfe-8ffc-591da3b97df8">2020</Year>
    <MeetingDate xmlns="459b4faf-e1f9-4bfe-8ffc-591da3b97df8">2020-11-17T08:00:00+00:00</MeetingDate>
  </documentManagement>
</p:properties>
</file>

<file path=customXml/itemProps1.xml><?xml version="1.0" encoding="utf-8"?>
<ds:datastoreItem xmlns:ds="http://schemas.openxmlformats.org/officeDocument/2006/customXml" ds:itemID="{3E572194-EE17-44AB-BA54-76482A486F1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59b4faf-e1f9-4bfe-8ffc-591da3b97df8"/>
    <ds:schemaRef ds:uri="64a2234f-2798-47c3-85fa-844feca542c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CFAC2E-1E22-4B7B-8C09-B7EC1484ECE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DEB51C-43E7-4EBA-8C84-2A755D148148}">
  <ds:schemaRefs>
    <ds:schemaRef ds:uri="64a2234f-2798-47c3-85fa-844feca542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459b4faf-e1f9-4bfe-8ffc-591da3b97df8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 Template 2019</Template>
  <TotalTime>0</TotalTime>
  <Words>605</Words>
  <Application>Microsoft Macintosh PowerPoint</Application>
  <PresentationFormat>Custom</PresentationFormat>
  <Paragraphs>134</Paragraphs>
  <Slides>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5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Blue Master</vt:lpstr>
      <vt:lpstr>Green Master</vt:lpstr>
      <vt:lpstr>Navy Master</vt:lpstr>
      <vt:lpstr>Gray Master</vt:lpstr>
      <vt:lpstr>Dark Gray Master</vt:lpstr>
      <vt:lpstr>PowerPoint Presentation</vt:lpstr>
      <vt:lpstr>CRB Enterprise Risk Subcommittee Charter</vt:lpstr>
      <vt:lpstr>ERM Program Vision</vt:lpstr>
      <vt:lpstr>EPIC Program Drivers for ERM</vt:lpstr>
      <vt:lpstr>CRB Team Priorities for EPIC</vt:lpstr>
      <vt:lpstr>Project Timeline</vt:lpstr>
      <vt:lpstr>ERM Steering Committee</vt:lpstr>
      <vt:lpstr>Questions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 Presentation Template v1.1</dc:title>
  <dc:creator/>
  <cp:lastModifiedBy/>
  <cp:revision>1</cp:revision>
  <dcterms:created xsi:type="dcterms:W3CDTF">2019-08-09T12:45:40Z</dcterms:created>
  <dcterms:modified xsi:type="dcterms:W3CDTF">2021-02-23T02:41:22Z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0x0101006606114104E1274599B566716D812793</vt:lpwstr>
  </property>
  <property fmtid="{D5CDD505-2E9C-101B-9397-08002B2CF9AE}" pid="3" name="SourceRefiner">
    <vt:lpwstr>1443;#Marketing|cbc57abb-7da5-4493-b21f-233006d8978e</vt:lpwstr>
  </property>
  <property fmtid="{D5CDD505-2E9C-101B-9397-08002B2CF9AE}" pid="4" name="LibraryRefiner">
    <vt:lpwstr>1448;#Presentation Library|ec77bb6a-5201-4586-805d-76697e6192a9</vt:lpwstr>
  </property>
</Properties>
</file>