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95" r:id="rId5"/>
  </p:sldMasterIdLst>
  <p:notesMasterIdLst>
    <p:notesMasterId r:id="rId7"/>
  </p:notesMasterIdLst>
  <p:sldIdLst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essa Smiley" initials="VS [2]" lastIdx="3" clrIdx="0">
    <p:extLst>
      <p:ext uri="{19B8F6BF-5375-455C-9EA6-DF929625EA0E}">
        <p15:presenceInfo xmlns:p15="http://schemas.microsoft.com/office/powerpoint/2012/main" userId="S-1-5-21-2332268166-3119412863-3804937403-26873" providerId="AD"/>
      </p:ext>
    </p:extLst>
  </p:cmAuthor>
  <p:cmAuthor id="2" name="Kevin Grady" initials="KG" lastIdx="1" clrIdx="1">
    <p:extLst>
      <p:ext uri="{19B8F6BF-5375-455C-9EA6-DF929625EA0E}">
        <p15:presenceInfo xmlns:p15="http://schemas.microsoft.com/office/powerpoint/2012/main" userId="S::kevin.grady@epicbrokers.com::b723fe4a-7f18-4318-9b4a-fc40460fde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00D89-A08F-460D-8FE1-6784DE07629B}" v="42" dt="2020-10-19T20:03:28.946"/>
    <p1510:client id="{213A93D8-9ACE-48BE-996F-747A38E356B5}" v="5" dt="2020-10-21T13:52:37.762"/>
    <p1510:client id="{27CE96F5-E57B-440E-89C1-2989868D04D5}" v="1" dt="2020-10-20T00:08:58.631"/>
    <p1510:client id="{34A9AC0A-2ECB-4073-AF0E-D9D23DDCC983}" v="97" dt="2020-10-19T19:49:24.603"/>
    <p1510:client id="{3FC2ED4B-F307-4449-B001-56BB4E3AFAA5}" v="228" dt="2020-10-19T19:50:45.092"/>
    <p1510:client id="{41F4A787-0D14-429D-BD43-1DD066C80BE7}" v="205" dt="2020-10-19T23:26:40.011"/>
    <p1510:client id="{44398908-A6FF-45AA-BB47-7ED935C10C0B}" v="47" dt="2020-10-19T23:28:13.575"/>
    <p1510:client id="{5A1E7CFF-2706-4C96-B15A-C65B365F1CA7}" v="128" dt="2020-10-21T14:32:16.519"/>
    <p1510:client id="{631CB227-2D75-45BD-B906-72BA203C59F1}" v="186" dt="2020-10-19T20:00:52.994"/>
    <p1510:client id="{7A1BD585-1393-4FBF-9D60-4399830D2E51}" v="25" dt="2020-10-20T00:22:47.937"/>
    <p1510:client id="{81413BD9-2B35-42FB-8489-2D0D3A19DEBC}" v="1" dt="2020-10-26T15:03:47.075"/>
    <p1510:client id="{87716DD0-D6D6-4431-AB17-4C64235C4484}" v="2" dt="2020-10-16T12:52:43.925"/>
    <p1510:client id="{8CF747F9-AA78-4230-9FAC-1887F8860EB3}" v="641" dt="2020-10-20T22:25:21.550"/>
    <p1510:client id="{9AEAAFEE-896F-4DD4-84FD-E595FB70509D}" v="388" dt="2020-10-21T15:39:26.654"/>
    <p1510:client id="{9DD78475-99CE-401F-AA11-9ABAF38F4F57}" v="119" dt="2020-10-19T20:32:56.590"/>
    <p1510:client id="{B29BF024-59FF-4D09-9DE1-65777D9D2ACA}" v="120" dt="2020-10-19T19:36:16.530"/>
    <p1510:client id="{B505D04B-06AB-4DF3-9497-C9019B2F5AB7}" v="7" dt="2020-10-16T09:47:02.884"/>
    <p1510:client id="{E25E518F-CEDA-46B1-9575-E02530677D12}" v="285" dt="2020-10-26T15:02:00.358"/>
    <p1510:client id="{E7BACFE2-159A-454A-8A9A-FAB142B3351C}" v="195" dt="2020-10-21T15:58:02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Knight" userId="S::christopher.knight@epicbrokers.com::f6dc4160-5262-4a57-b322-50649be5ca59" providerId="AD" clId="Web-{0D500D89-A08F-460D-8FE1-6784DE07629B}"/>
    <pc:docChg chg="modSld">
      <pc:chgData name="Christopher Knight" userId="S::christopher.knight@epicbrokers.com::f6dc4160-5262-4a57-b322-50649be5ca59" providerId="AD" clId="Web-{0D500D89-A08F-460D-8FE1-6784DE07629B}" dt="2020-10-19T20:03:28.946" v="40" actId="20577"/>
      <pc:docMkLst>
        <pc:docMk/>
      </pc:docMkLst>
      <pc:sldChg chg="modSp">
        <pc:chgData name="Christopher Knight" userId="S::christopher.knight@epicbrokers.com::f6dc4160-5262-4a57-b322-50649be5ca59" providerId="AD" clId="Web-{0D500D89-A08F-460D-8FE1-6784DE07629B}" dt="2020-10-19T20:03:28.946" v="39" actId="20577"/>
        <pc:sldMkLst>
          <pc:docMk/>
          <pc:sldMk cId="4091668055" sldId="278"/>
        </pc:sldMkLst>
        <pc:spChg chg="mod">
          <ac:chgData name="Christopher Knight" userId="S::christopher.knight@epicbrokers.com::f6dc4160-5262-4a57-b322-50649be5ca59" providerId="AD" clId="Web-{0D500D89-A08F-460D-8FE1-6784DE07629B}" dt="2020-10-19T20:03:28.946" v="39" actId="20577"/>
          <ac:spMkLst>
            <pc:docMk/>
            <pc:sldMk cId="4091668055" sldId="278"/>
            <ac:spMk id="4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631CB227-2D75-45BD-B906-72BA203C59F1}"/>
    <pc:docChg chg="modSld">
      <pc:chgData name="Christopher Knight" userId="S::christopher.knight@epicbrokers.com::f6dc4160-5262-4a57-b322-50649be5ca59" providerId="AD" clId="Web-{631CB227-2D75-45BD-B906-72BA203C59F1}" dt="2020-10-19T20:00:52.994" v="183" actId="20577"/>
      <pc:docMkLst>
        <pc:docMk/>
      </pc:docMkLst>
      <pc:sldChg chg="modSp">
        <pc:chgData name="Christopher Knight" userId="S::christopher.knight@epicbrokers.com::f6dc4160-5262-4a57-b322-50649be5ca59" providerId="AD" clId="Web-{631CB227-2D75-45BD-B906-72BA203C59F1}" dt="2020-10-19T20:00:52.994" v="182" actId="20577"/>
        <pc:sldMkLst>
          <pc:docMk/>
          <pc:sldMk cId="4091668055" sldId="278"/>
        </pc:sldMkLst>
        <pc:spChg chg="mod">
          <ac:chgData name="Christopher Knight" userId="S::christopher.knight@epicbrokers.com::f6dc4160-5262-4a57-b322-50649be5ca59" providerId="AD" clId="Web-{631CB227-2D75-45BD-B906-72BA203C59F1}" dt="2020-10-19T20:00:19.963" v="176" actId="20577"/>
          <ac:spMkLst>
            <pc:docMk/>
            <pc:sldMk cId="4091668055" sldId="278"/>
            <ac:spMk id="3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631CB227-2D75-45BD-B906-72BA203C59F1}" dt="2020-10-19T20:00:52.994" v="182" actId="20577"/>
          <ac:spMkLst>
            <pc:docMk/>
            <pc:sldMk cId="4091668055" sldId="278"/>
            <ac:spMk id="4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631CB227-2D75-45BD-B906-72BA203C59F1}" dt="2020-10-19T20:00:08.010" v="135" actId="20577"/>
          <ac:spMkLst>
            <pc:docMk/>
            <pc:sldMk cId="4091668055" sldId="278"/>
            <ac:spMk id="26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631CB227-2D75-45BD-B906-72BA203C59F1}" dt="2020-10-19T20:00:09.697" v="139" actId="20577"/>
          <ac:spMkLst>
            <pc:docMk/>
            <pc:sldMk cId="4091668055" sldId="278"/>
            <ac:spMk id="27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631CB227-2D75-45BD-B906-72BA203C59F1}" dt="2020-10-19T20:00:12.307" v="148" actId="20577"/>
          <ac:spMkLst>
            <pc:docMk/>
            <pc:sldMk cId="4091668055" sldId="278"/>
            <ac:spMk id="28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7A1BD585-1393-4FBF-9D60-4399830D2E51}"/>
    <pc:docChg chg="modSld">
      <pc:chgData name="Christopher Knight" userId="S::christopher.knight@epicbrokers.com::f6dc4160-5262-4a57-b322-50649be5ca59" providerId="AD" clId="Web-{7A1BD585-1393-4FBF-9D60-4399830D2E51}" dt="2020-10-20T00:22:47.937" v="34" actId="1076"/>
      <pc:docMkLst>
        <pc:docMk/>
      </pc:docMkLst>
      <pc:sldChg chg="modSp">
        <pc:chgData name="Christopher Knight" userId="S::christopher.knight@epicbrokers.com::f6dc4160-5262-4a57-b322-50649be5ca59" providerId="AD" clId="Web-{7A1BD585-1393-4FBF-9D60-4399830D2E51}" dt="2020-10-20T00:21:46.013" v="6" actId="20577"/>
        <pc:sldMkLst>
          <pc:docMk/>
          <pc:sldMk cId="3547581597" sldId="258"/>
        </pc:sldMkLst>
        <pc:spChg chg="mod">
          <ac:chgData name="Christopher Knight" userId="S::christopher.knight@epicbrokers.com::f6dc4160-5262-4a57-b322-50649be5ca59" providerId="AD" clId="Web-{7A1BD585-1393-4FBF-9D60-4399830D2E51}" dt="2020-10-20T00:21:46.013" v="6" actId="20577"/>
          <ac:spMkLst>
            <pc:docMk/>
            <pc:sldMk cId="3547581597" sldId="258"/>
            <ac:spMk id="3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7A1BD585-1393-4FBF-9D60-4399830D2E51}" dt="2020-10-20T00:22:42.733" v="33" actId="1076"/>
        <pc:sldMkLst>
          <pc:docMk/>
          <pc:sldMk cId="1918392502" sldId="267"/>
        </pc:sldMkLst>
        <pc:graphicFrameChg chg="mod">
          <ac:chgData name="Christopher Knight" userId="S::christopher.knight@epicbrokers.com::f6dc4160-5262-4a57-b322-50649be5ca59" providerId="AD" clId="Web-{7A1BD585-1393-4FBF-9D60-4399830D2E51}" dt="2020-10-20T00:22:42.733" v="33" actId="1076"/>
          <ac:graphicFrameMkLst>
            <pc:docMk/>
            <pc:sldMk cId="1918392502" sldId="267"/>
            <ac:graphicFrameMk id="6" creationId="{00000000-0000-0000-0000-000000000000}"/>
          </ac:graphicFrameMkLst>
        </pc:graphicFrameChg>
      </pc:sldChg>
      <pc:sldChg chg="modSp">
        <pc:chgData name="Christopher Knight" userId="S::christopher.knight@epicbrokers.com::f6dc4160-5262-4a57-b322-50649be5ca59" providerId="AD" clId="Web-{7A1BD585-1393-4FBF-9D60-4399830D2E51}" dt="2020-10-20T00:21:57.685" v="12" actId="14100"/>
        <pc:sldMkLst>
          <pc:docMk/>
          <pc:sldMk cId="816967242" sldId="273"/>
        </pc:sldMkLst>
        <pc:spChg chg="mod">
          <ac:chgData name="Christopher Knight" userId="S::christopher.knight@epicbrokers.com::f6dc4160-5262-4a57-b322-50649be5ca59" providerId="AD" clId="Web-{7A1BD585-1393-4FBF-9D60-4399830D2E51}" dt="2020-10-20T00:21:57.685" v="12" actId="14100"/>
          <ac:spMkLst>
            <pc:docMk/>
            <pc:sldMk cId="816967242" sldId="273"/>
            <ac:spMk id="5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7A1BD585-1393-4FBF-9D60-4399830D2E51}" dt="2020-10-20T00:22:29.764" v="32" actId="14100"/>
        <pc:sldMkLst>
          <pc:docMk/>
          <pc:sldMk cId="3736721917" sldId="274"/>
        </pc:sldMkLst>
        <pc:spChg chg="mod">
          <ac:chgData name="Christopher Knight" userId="S::christopher.knight@epicbrokers.com::f6dc4160-5262-4a57-b322-50649be5ca59" providerId="AD" clId="Web-{7A1BD585-1393-4FBF-9D60-4399830D2E51}" dt="2020-10-20T00:22:27.358" v="30" actId="1076"/>
          <ac:spMkLst>
            <pc:docMk/>
            <pc:sldMk cId="3736721917" sldId="274"/>
            <ac:spMk id="14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311" v="28" actId="1076"/>
          <ac:spMkLst>
            <pc:docMk/>
            <pc:sldMk cId="3736721917" sldId="274"/>
            <ac:spMk id="15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139" v="20" actId="1076"/>
          <ac:spMkLst>
            <pc:docMk/>
            <pc:sldMk cId="3736721917" sldId="274"/>
            <ac:spMk id="19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217" v="23" actId="1076"/>
          <ac:spMkLst>
            <pc:docMk/>
            <pc:sldMk cId="3736721917" sldId="274"/>
            <ac:spMk id="23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233" v="24" actId="1076"/>
          <ac:spMkLst>
            <pc:docMk/>
            <pc:sldMk cId="3736721917" sldId="274"/>
            <ac:spMk id="25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264" v="25" actId="1076"/>
          <ac:spMkLst>
            <pc:docMk/>
            <pc:sldMk cId="3736721917" sldId="274"/>
            <ac:spMk id="26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280" v="26" actId="1076"/>
          <ac:spMkLst>
            <pc:docMk/>
            <pc:sldMk cId="3736721917" sldId="274"/>
            <ac:spMk id="27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7A1BD585-1393-4FBF-9D60-4399830D2E51}" dt="2020-10-20T00:22:27.296" v="27" actId="1076"/>
          <ac:spMkLst>
            <pc:docMk/>
            <pc:sldMk cId="3736721917" sldId="274"/>
            <ac:spMk id="28" creationId="{00000000-0000-0000-0000-000000000000}"/>
          </ac:spMkLst>
        </pc:spChg>
        <pc:graphicFrameChg chg="mod">
          <ac:chgData name="Christopher Knight" userId="S::christopher.knight@epicbrokers.com::f6dc4160-5262-4a57-b322-50649be5ca59" providerId="AD" clId="Web-{7A1BD585-1393-4FBF-9D60-4399830D2E51}" dt="2020-10-20T00:22:27.342" v="29" actId="1076"/>
          <ac:graphicFrameMkLst>
            <pc:docMk/>
            <pc:sldMk cId="3736721917" sldId="274"/>
            <ac:graphicFrameMk id="13" creationId="{00000000-0000-0000-0000-000000000000}"/>
          </ac:graphicFrameMkLst>
        </pc:graphicFrameChg>
        <pc:graphicFrameChg chg="mod">
          <ac:chgData name="Christopher Knight" userId="S::christopher.knight@epicbrokers.com::f6dc4160-5262-4a57-b322-50649be5ca59" providerId="AD" clId="Web-{7A1BD585-1393-4FBF-9D60-4399830D2E51}" dt="2020-10-20T00:22:29.764" v="32" actId="14100"/>
          <ac:graphicFrameMkLst>
            <pc:docMk/>
            <pc:sldMk cId="3736721917" sldId="274"/>
            <ac:graphicFrameMk id="18" creationId="{00000000-0000-0000-0000-000000000000}"/>
          </ac:graphicFrameMkLst>
        </pc:graphicFrameChg>
        <pc:graphicFrameChg chg="mod">
          <ac:chgData name="Christopher Knight" userId="S::christopher.knight@epicbrokers.com::f6dc4160-5262-4a57-b322-50649be5ca59" providerId="AD" clId="Web-{7A1BD585-1393-4FBF-9D60-4399830D2E51}" dt="2020-10-20T00:22:27.171" v="21" actId="1076"/>
          <ac:graphicFrameMkLst>
            <pc:docMk/>
            <pc:sldMk cId="3736721917" sldId="274"/>
            <ac:graphicFrameMk id="21" creationId="{00000000-0000-0000-0000-000000000000}"/>
          </ac:graphicFrameMkLst>
        </pc:graphicFrameChg>
        <pc:graphicFrameChg chg="mod">
          <ac:chgData name="Christopher Knight" userId="S::christopher.knight@epicbrokers.com::f6dc4160-5262-4a57-b322-50649be5ca59" providerId="AD" clId="Web-{7A1BD585-1393-4FBF-9D60-4399830D2E51}" dt="2020-10-20T00:22:27.202" v="22" actId="1076"/>
          <ac:graphicFrameMkLst>
            <pc:docMk/>
            <pc:sldMk cId="3736721917" sldId="274"/>
            <ac:graphicFrameMk id="22" creationId="{00000000-0000-0000-0000-000000000000}"/>
          </ac:graphicFrameMkLst>
        </pc:graphicFrameChg>
      </pc:sldChg>
      <pc:sldChg chg="modSp">
        <pc:chgData name="Christopher Knight" userId="S::christopher.knight@epicbrokers.com::f6dc4160-5262-4a57-b322-50649be5ca59" providerId="AD" clId="Web-{7A1BD585-1393-4FBF-9D60-4399830D2E51}" dt="2020-10-20T00:22:47.937" v="34" actId="1076"/>
        <pc:sldMkLst>
          <pc:docMk/>
          <pc:sldMk cId="704196965" sldId="294"/>
        </pc:sldMkLst>
        <pc:spChg chg="mod">
          <ac:chgData name="Christopher Knight" userId="S::christopher.knight@epicbrokers.com::f6dc4160-5262-4a57-b322-50649be5ca59" providerId="AD" clId="Web-{7A1BD585-1393-4FBF-9D60-4399830D2E51}" dt="2020-10-20T00:22:47.937" v="34" actId="1076"/>
          <ac:spMkLst>
            <pc:docMk/>
            <pc:sldMk cId="704196965" sldId="294"/>
            <ac:spMk id="4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5A1E7CFF-2706-4C96-B15A-C65B365F1CA7}"/>
    <pc:docChg chg="modSld">
      <pc:chgData name="Vanessa Smiley" userId="S::vanessa.smiley@epicbrokers.com::c4c85258-5143-4c85-9b08-43875d8fd2af" providerId="AD" clId="Web-{5A1E7CFF-2706-4C96-B15A-C65B365F1CA7}" dt="2020-10-21T14:32:09.050" v="121" actId="20577"/>
      <pc:docMkLst>
        <pc:docMk/>
      </pc:docMkLst>
      <pc:sldChg chg="modSp">
        <pc:chgData name="Vanessa Smiley" userId="S::vanessa.smiley@epicbrokers.com::c4c85258-5143-4c85-9b08-43875d8fd2af" providerId="AD" clId="Web-{5A1E7CFF-2706-4C96-B15A-C65B365F1CA7}" dt="2020-10-21T14:26:34.636" v="2" actId="20577"/>
        <pc:sldMkLst>
          <pc:docMk/>
          <pc:sldMk cId="3235767181" sldId="263"/>
        </pc:sldMkLst>
        <pc:spChg chg="mod">
          <ac:chgData name="Vanessa Smiley" userId="S::vanessa.smiley@epicbrokers.com::c4c85258-5143-4c85-9b08-43875d8fd2af" providerId="AD" clId="Web-{5A1E7CFF-2706-4C96-B15A-C65B365F1CA7}" dt="2020-10-21T14:26:34.636" v="2" actId="20577"/>
          <ac:spMkLst>
            <pc:docMk/>
            <pc:sldMk cId="3235767181" sldId="263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5A1E7CFF-2706-4C96-B15A-C65B365F1CA7}" dt="2020-10-21T14:28:59.264" v="50" actId="20577"/>
        <pc:sldMkLst>
          <pc:docMk/>
          <pc:sldMk cId="1211767314" sldId="264"/>
        </pc:sldMkLst>
        <pc:spChg chg="mod">
          <ac:chgData name="Vanessa Smiley" userId="S::vanessa.smiley@epicbrokers.com::c4c85258-5143-4c85-9b08-43875d8fd2af" providerId="AD" clId="Web-{5A1E7CFF-2706-4C96-B15A-C65B365F1CA7}" dt="2020-10-21T14:28:59.264" v="50" actId="20577"/>
          <ac:spMkLst>
            <pc:docMk/>
            <pc:sldMk cId="1211767314" sldId="264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5A1E7CFF-2706-4C96-B15A-C65B365F1CA7}" dt="2020-10-21T14:31:13.830" v="92" actId="20577"/>
        <pc:sldMkLst>
          <pc:docMk/>
          <pc:sldMk cId="1918392502" sldId="267"/>
        </pc:sldMkLst>
        <pc:spChg chg="mod">
          <ac:chgData name="Vanessa Smiley" userId="S::vanessa.smiley@epicbrokers.com::c4c85258-5143-4c85-9b08-43875d8fd2af" providerId="AD" clId="Web-{5A1E7CFF-2706-4C96-B15A-C65B365F1CA7}" dt="2020-10-21T14:31:13.830" v="92" actId="20577"/>
          <ac:spMkLst>
            <pc:docMk/>
            <pc:sldMk cId="1918392502" sldId="267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5A1E7CFF-2706-4C96-B15A-C65B365F1CA7}" dt="2020-10-21T14:32:09.050" v="121" actId="20577"/>
        <pc:sldMkLst>
          <pc:docMk/>
          <pc:sldMk cId="1032556226" sldId="268"/>
        </pc:sldMkLst>
        <pc:spChg chg="mod">
          <ac:chgData name="Vanessa Smiley" userId="S::vanessa.smiley@epicbrokers.com::c4c85258-5143-4c85-9b08-43875d8fd2af" providerId="AD" clId="Web-{5A1E7CFF-2706-4C96-B15A-C65B365F1CA7}" dt="2020-10-21T14:32:09.050" v="121" actId="20577"/>
          <ac:spMkLst>
            <pc:docMk/>
            <pc:sldMk cId="1032556226" sldId="268"/>
            <ac:spMk id="3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87716DD0-D6D6-4431-AB17-4C64235C4484}"/>
    <pc:docChg chg="modSld">
      <pc:chgData name="Christopher Knight" userId="S::christopher.knight@epicbrokers.com::f6dc4160-5262-4a57-b322-50649be5ca59" providerId="AD" clId="Web-{87716DD0-D6D6-4431-AB17-4C64235C4484}" dt="2020-10-16T12:53:33.598" v="4" actId="14100"/>
      <pc:docMkLst>
        <pc:docMk/>
      </pc:docMkLst>
      <pc:sldChg chg="modSp">
        <pc:chgData name="Christopher Knight" userId="S::christopher.knight@epicbrokers.com::f6dc4160-5262-4a57-b322-50649be5ca59" providerId="AD" clId="Web-{87716DD0-D6D6-4431-AB17-4C64235C4484}" dt="2020-10-16T12:52:43.925" v="1" actId="1076"/>
        <pc:sldMkLst>
          <pc:docMk/>
          <pc:sldMk cId="3547581597" sldId="258"/>
        </pc:sldMkLst>
        <pc:spChg chg="mod">
          <ac:chgData name="Christopher Knight" userId="S::christopher.knight@epicbrokers.com::f6dc4160-5262-4a57-b322-50649be5ca59" providerId="AD" clId="Web-{87716DD0-D6D6-4431-AB17-4C64235C4484}" dt="2020-10-16T12:52:36.862" v="0" actId="1076"/>
          <ac:spMkLst>
            <pc:docMk/>
            <pc:sldMk cId="3547581597" sldId="258"/>
            <ac:spMk id="6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87716DD0-D6D6-4431-AB17-4C64235C4484}" dt="2020-10-16T12:52:43.925" v="1" actId="1076"/>
          <ac:spMkLst>
            <pc:docMk/>
            <pc:sldMk cId="3547581597" sldId="258"/>
            <ac:spMk id="11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87716DD0-D6D6-4431-AB17-4C64235C4484}" dt="2020-10-16T12:53:33.598" v="4" actId="14100"/>
        <pc:sldMkLst>
          <pc:docMk/>
          <pc:sldMk cId="4091668055" sldId="278"/>
        </pc:sldMkLst>
        <pc:graphicFrameChg chg="mod">
          <ac:chgData name="Christopher Knight" userId="S::christopher.knight@epicbrokers.com::f6dc4160-5262-4a57-b322-50649be5ca59" providerId="AD" clId="Web-{87716DD0-D6D6-4431-AB17-4C64235C4484}" dt="2020-10-16T12:53:33.598" v="4" actId="14100"/>
          <ac:graphicFrameMkLst>
            <pc:docMk/>
            <pc:sldMk cId="4091668055" sldId="278"/>
            <ac:graphicFrameMk id="18" creationId="{00000000-0000-0000-0000-000000000000}"/>
          </ac:graphicFrameMkLst>
        </pc:graphicFrameChg>
      </pc:sldChg>
    </pc:docChg>
  </pc:docChgLst>
  <pc:docChgLst>
    <pc:chgData name="Christopher Knight" userId="S::christopher.knight@epicbrokers.com::f6dc4160-5262-4a57-b322-50649be5ca59" providerId="AD" clId="Web-{41F4A787-0D14-429D-BD43-1DD066C80BE7}"/>
    <pc:docChg chg="modSld">
      <pc:chgData name="Christopher Knight" userId="S::christopher.knight@epicbrokers.com::f6dc4160-5262-4a57-b322-50649be5ca59" providerId="AD" clId="Web-{41F4A787-0D14-429D-BD43-1DD066C80BE7}" dt="2020-10-19T23:26:39.589" v="202" actId="20577"/>
      <pc:docMkLst>
        <pc:docMk/>
      </pc:docMkLst>
      <pc:sldChg chg="modSp">
        <pc:chgData name="Christopher Knight" userId="S::christopher.knight@epicbrokers.com::f6dc4160-5262-4a57-b322-50649be5ca59" providerId="AD" clId="Web-{41F4A787-0D14-429D-BD43-1DD066C80BE7}" dt="2020-10-19T23:26:39.589" v="201" actId="20577"/>
        <pc:sldMkLst>
          <pc:docMk/>
          <pc:sldMk cId="816967242" sldId="273"/>
        </pc:sldMkLst>
        <pc:spChg chg="mod">
          <ac:chgData name="Christopher Knight" userId="S::christopher.knight@epicbrokers.com::f6dc4160-5262-4a57-b322-50649be5ca59" providerId="AD" clId="Web-{41F4A787-0D14-429D-BD43-1DD066C80BE7}" dt="2020-10-19T23:26:39.589" v="201" actId="20577"/>
          <ac:spMkLst>
            <pc:docMk/>
            <pc:sldMk cId="816967242" sldId="273"/>
            <ac:spMk id="3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41F4A787-0D14-429D-BD43-1DD066C80BE7}" dt="2020-10-19T23:26:18.307" v="56" actId="20577"/>
          <ac:spMkLst>
            <pc:docMk/>
            <pc:sldMk cId="816967242" sldId="273"/>
            <ac:spMk id="5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3FC2ED4B-F307-4449-B001-56BB4E3AFAA5}"/>
    <pc:docChg chg="modSld">
      <pc:chgData name="Christopher Knight" userId="S::christopher.knight@epicbrokers.com::f6dc4160-5262-4a57-b322-50649be5ca59" providerId="AD" clId="Web-{3FC2ED4B-F307-4449-B001-56BB4E3AFAA5}" dt="2020-10-19T19:50:45.092" v="224" actId="20577"/>
      <pc:docMkLst>
        <pc:docMk/>
      </pc:docMkLst>
      <pc:sldChg chg="modSp">
        <pc:chgData name="Christopher Knight" userId="S::christopher.knight@epicbrokers.com::f6dc4160-5262-4a57-b322-50649be5ca59" providerId="AD" clId="Web-{3FC2ED4B-F307-4449-B001-56BB4E3AFAA5}" dt="2020-10-19T19:50:45.092" v="223" actId="20577"/>
        <pc:sldMkLst>
          <pc:docMk/>
          <pc:sldMk cId="4091668055" sldId="278"/>
        </pc:sldMkLst>
        <pc:spChg chg="mod">
          <ac:chgData name="Christopher Knight" userId="S::christopher.knight@epicbrokers.com::f6dc4160-5262-4a57-b322-50649be5ca59" providerId="AD" clId="Web-{3FC2ED4B-F307-4449-B001-56BB4E3AFAA5}" dt="2020-10-19T19:49:22.905" v="218" actId="20577"/>
          <ac:spMkLst>
            <pc:docMk/>
            <pc:sldMk cId="4091668055" sldId="278"/>
            <ac:spMk id="3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3FC2ED4B-F307-4449-B001-56BB4E3AFAA5}" dt="2020-10-19T19:50:45.092" v="223" actId="20577"/>
          <ac:spMkLst>
            <pc:docMk/>
            <pc:sldMk cId="4091668055" sldId="278"/>
            <ac:spMk id="19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3FC2ED4B-F307-4449-B001-56BB4E3AFAA5}" dt="2020-10-19T19:46:07.015" v="121" actId="20577"/>
        <pc:sldMkLst>
          <pc:docMk/>
          <pc:sldMk cId="704196965" sldId="294"/>
        </pc:sldMkLst>
        <pc:spChg chg="mod">
          <ac:chgData name="Christopher Knight" userId="S::christopher.knight@epicbrokers.com::f6dc4160-5262-4a57-b322-50649be5ca59" providerId="AD" clId="Web-{3FC2ED4B-F307-4449-B001-56BB4E3AFAA5}" dt="2020-10-19T19:46:07.015" v="121" actId="20577"/>
          <ac:spMkLst>
            <pc:docMk/>
            <pc:sldMk cId="704196965" sldId="294"/>
            <ac:spMk id="4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B29BF024-59FF-4D09-9DE1-65777D9D2ACA}"/>
    <pc:docChg chg="delSld modSld sldOrd">
      <pc:chgData name="Vanessa Smiley" userId="S::vanessa.smiley@epicbrokers.com::c4c85258-5143-4c85-9b08-43875d8fd2af" providerId="AD" clId="Web-{B29BF024-59FF-4D09-9DE1-65777D9D2ACA}" dt="2020-10-19T19:36:14.577" v="117" actId="20577"/>
      <pc:docMkLst>
        <pc:docMk/>
      </pc:docMkLst>
      <pc:sldChg chg="modSp">
        <pc:chgData name="Vanessa Smiley" userId="S::vanessa.smiley@epicbrokers.com::c4c85258-5143-4c85-9b08-43875d8fd2af" providerId="AD" clId="Web-{B29BF024-59FF-4D09-9DE1-65777D9D2ACA}" dt="2020-10-19T19:26:46.061" v="0" actId="1076"/>
        <pc:sldMkLst>
          <pc:docMk/>
          <pc:sldMk cId="3547581597" sldId="258"/>
        </pc:sldMkLst>
        <pc:spChg chg="mod">
          <ac:chgData name="Vanessa Smiley" userId="S::vanessa.smiley@epicbrokers.com::c4c85258-5143-4c85-9b08-43875d8fd2af" providerId="AD" clId="Web-{B29BF024-59FF-4D09-9DE1-65777D9D2ACA}" dt="2020-10-19T19:26:46.061" v="0" actId="1076"/>
          <ac:spMkLst>
            <pc:docMk/>
            <pc:sldMk cId="3547581597" sldId="258"/>
            <ac:spMk id="14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B29BF024-59FF-4D09-9DE1-65777D9D2ACA}" dt="2020-10-19T19:28:51.021" v="4" actId="1076"/>
        <pc:sldMkLst>
          <pc:docMk/>
          <pc:sldMk cId="3978420173" sldId="266"/>
        </pc:sldMkLst>
        <pc:spChg chg="mod">
          <ac:chgData name="Vanessa Smiley" userId="S::vanessa.smiley@epicbrokers.com::c4c85258-5143-4c85-9b08-43875d8fd2af" providerId="AD" clId="Web-{B29BF024-59FF-4D09-9DE1-65777D9D2ACA}" dt="2020-10-19T19:28:44.693" v="3" actId="1076"/>
          <ac:spMkLst>
            <pc:docMk/>
            <pc:sldMk cId="3978420173" sldId="266"/>
            <ac:spMk id="4" creationId="{00000000-0000-0000-0000-000000000000}"/>
          </ac:spMkLst>
        </pc:spChg>
        <pc:picChg chg="mod">
          <ac:chgData name="Vanessa Smiley" userId="S::vanessa.smiley@epicbrokers.com::c4c85258-5143-4c85-9b08-43875d8fd2af" providerId="AD" clId="Web-{B29BF024-59FF-4D09-9DE1-65777D9D2ACA}" dt="2020-10-19T19:28:51.021" v="4" actId="1076"/>
          <ac:picMkLst>
            <pc:docMk/>
            <pc:sldMk cId="3978420173" sldId="266"/>
            <ac:picMk id="8" creationId="{00000000-0000-0000-0000-000000000000}"/>
          </ac:picMkLst>
        </pc:picChg>
      </pc:sldChg>
      <pc:sldChg chg="ord">
        <pc:chgData name="Vanessa Smiley" userId="S::vanessa.smiley@epicbrokers.com::c4c85258-5143-4c85-9b08-43875d8fd2af" providerId="AD" clId="Web-{B29BF024-59FF-4D09-9DE1-65777D9D2ACA}" dt="2020-10-19T19:27:26.673" v="1"/>
        <pc:sldMkLst>
          <pc:docMk/>
          <pc:sldMk cId="1688294744" sldId="281"/>
        </pc:sldMkLst>
      </pc:sldChg>
      <pc:sldChg chg="del">
        <pc:chgData name="Vanessa Smiley" userId="S::vanessa.smiley@epicbrokers.com::c4c85258-5143-4c85-9b08-43875d8fd2af" providerId="AD" clId="Web-{B29BF024-59FF-4D09-9DE1-65777D9D2ACA}" dt="2020-10-19T19:27:37.908" v="2"/>
        <pc:sldMkLst>
          <pc:docMk/>
          <pc:sldMk cId="3249727474" sldId="282"/>
        </pc:sldMkLst>
      </pc:sldChg>
      <pc:sldChg chg="modSp">
        <pc:chgData name="Vanessa Smiley" userId="S::vanessa.smiley@epicbrokers.com::c4c85258-5143-4c85-9b08-43875d8fd2af" providerId="AD" clId="Web-{B29BF024-59FF-4D09-9DE1-65777D9D2ACA}" dt="2020-10-19T19:36:14.577" v="117" actId="20577"/>
        <pc:sldMkLst>
          <pc:docMk/>
          <pc:sldMk cId="109571563" sldId="293"/>
        </pc:sldMkLst>
        <pc:spChg chg="mod">
          <ac:chgData name="Vanessa Smiley" userId="S::vanessa.smiley@epicbrokers.com::c4c85258-5143-4c85-9b08-43875d8fd2af" providerId="AD" clId="Web-{B29BF024-59FF-4D09-9DE1-65777D9D2ACA}" dt="2020-10-19T19:29:33.836" v="23" actId="20577"/>
          <ac:spMkLst>
            <pc:docMk/>
            <pc:sldMk cId="109571563" sldId="293"/>
            <ac:spMk id="9" creationId="{98FEBEA8-EABD-0749-B9BA-6608A30AB20A}"/>
          </ac:spMkLst>
        </pc:spChg>
        <pc:spChg chg="mod">
          <ac:chgData name="Vanessa Smiley" userId="S::vanessa.smiley@epicbrokers.com::c4c85258-5143-4c85-9b08-43875d8fd2af" providerId="AD" clId="Web-{B29BF024-59FF-4D09-9DE1-65777D9D2ACA}" dt="2020-10-19T19:36:14.577" v="117" actId="20577"/>
          <ac:spMkLst>
            <pc:docMk/>
            <pc:sldMk cId="109571563" sldId="293"/>
            <ac:spMk id="11" creationId="{084EE068-448F-E64F-85E3-EF3B5DE48058}"/>
          </ac:spMkLst>
        </pc:spChg>
      </pc:sldChg>
    </pc:docChg>
  </pc:docChgLst>
  <pc:docChgLst>
    <pc:chgData name="Kevin Grady" userId="S::kevin.grady@epicbrokers.com::b723fe4a-7f18-4318-9b4a-fc40460fded3" providerId="AD" clId="Web-{E25E518F-CEDA-46B1-9575-E02530677D12}"/>
    <pc:docChg chg="modSld">
      <pc:chgData name="Kevin Grady" userId="S::kevin.grady@epicbrokers.com::b723fe4a-7f18-4318-9b4a-fc40460fded3" providerId="AD" clId="Web-{E25E518F-CEDA-46B1-9575-E02530677D12}" dt="2020-10-26T15:02:00.358" v="281" actId="20577"/>
      <pc:docMkLst>
        <pc:docMk/>
      </pc:docMkLst>
      <pc:sldChg chg="modSp">
        <pc:chgData name="Kevin Grady" userId="S::kevin.grady@epicbrokers.com::b723fe4a-7f18-4318-9b4a-fc40460fded3" providerId="AD" clId="Web-{E25E518F-CEDA-46B1-9575-E02530677D12}" dt="2020-10-26T14:57:22.578" v="224" actId="20577"/>
        <pc:sldMkLst>
          <pc:docMk/>
          <pc:sldMk cId="3235767181" sldId="263"/>
        </pc:sldMkLst>
        <pc:spChg chg="mod">
          <ac:chgData name="Kevin Grady" userId="S::kevin.grady@epicbrokers.com::b723fe4a-7f18-4318-9b4a-fc40460fded3" providerId="AD" clId="Web-{E25E518F-CEDA-46B1-9575-E02530677D12}" dt="2020-10-26T14:46:37.777" v="7" actId="20577"/>
          <ac:spMkLst>
            <pc:docMk/>
            <pc:sldMk cId="3235767181" sldId="263"/>
            <ac:spMk id="3" creationId="{00000000-0000-0000-0000-000000000000}"/>
          </ac:spMkLst>
        </pc:spChg>
        <pc:spChg chg="mod">
          <ac:chgData name="Kevin Grady" userId="S::kevin.grady@epicbrokers.com::b723fe4a-7f18-4318-9b4a-fc40460fded3" providerId="AD" clId="Web-{E25E518F-CEDA-46B1-9575-E02530677D12}" dt="2020-10-26T14:55:13.555" v="48" actId="20577"/>
          <ac:spMkLst>
            <pc:docMk/>
            <pc:sldMk cId="3235767181" sldId="263"/>
            <ac:spMk id="5" creationId="{00000000-0000-0000-0000-000000000000}"/>
          </ac:spMkLst>
        </pc:spChg>
        <pc:spChg chg="mod">
          <ac:chgData name="Kevin Grady" userId="S::kevin.grady@epicbrokers.com::b723fe4a-7f18-4318-9b4a-fc40460fded3" providerId="AD" clId="Web-{E25E518F-CEDA-46B1-9575-E02530677D12}" dt="2020-10-26T14:57:22.578" v="224" actId="20577"/>
          <ac:spMkLst>
            <pc:docMk/>
            <pc:sldMk cId="3235767181" sldId="263"/>
            <ac:spMk id="6" creationId="{00000000-0000-0000-0000-000000000000}"/>
          </ac:spMkLst>
        </pc:spChg>
      </pc:sldChg>
      <pc:sldChg chg="modSp">
        <pc:chgData name="Kevin Grady" userId="S::kevin.grady@epicbrokers.com::b723fe4a-7f18-4318-9b4a-fc40460fded3" providerId="AD" clId="Web-{E25E518F-CEDA-46B1-9575-E02530677D12}" dt="2020-10-26T14:59:35.538" v="240" actId="20577"/>
        <pc:sldMkLst>
          <pc:docMk/>
          <pc:sldMk cId="1307104309" sldId="280"/>
        </pc:sldMkLst>
        <pc:spChg chg="mod">
          <ac:chgData name="Kevin Grady" userId="S::kevin.grady@epicbrokers.com::b723fe4a-7f18-4318-9b4a-fc40460fded3" providerId="AD" clId="Web-{E25E518F-CEDA-46B1-9575-E02530677D12}" dt="2020-10-26T14:59:35.538" v="240" actId="20577"/>
          <ac:spMkLst>
            <pc:docMk/>
            <pc:sldMk cId="1307104309" sldId="280"/>
            <ac:spMk id="2" creationId="{00000000-0000-0000-0000-000000000000}"/>
          </ac:spMkLst>
        </pc:spChg>
      </pc:sldChg>
      <pc:sldChg chg="modSp">
        <pc:chgData name="Kevin Grady" userId="S::kevin.grady@epicbrokers.com::b723fe4a-7f18-4318-9b4a-fc40460fded3" providerId="AD" clId="Web-{E25E518F-CEDA-46B1-9575-E02530677D12}" dt="2020-10-26T15:02:00.358" v="280" actId="20577"/>
        <pc:sldMkLst>
          <pc:docMk/>
          <pc:sldMk cId="3758102265" sldId="295"/>
        </pc:sldMkLst>
        <pc:spChg chg="mod">
          <ac:chgData name="Kevin Grady" userId="S::kevin.grady@epicbrokers.com::b723fe4a-7f18-4318-9b4a-fc40460fded3" providerId="AD" clId="Web-{E25E518F-CEDA-46B1-9575-E02530677D12}" dt="2020-10-26T15:02:00.358" v="280" actId="20577"/>
          <ac:spMkLst>
            <pc:docMk/>
            <pc:sldMk cId="3758102265" sldId="295"/>
            <ac:spMk id="2" creationId="{2F0C14E4-16E4-4C05-BA7E-6E9E5098840E}"/>
          </ac:spMkLst>
        </pc:spChg>
      </pc:sldChg>
    </pc:docChg>
  </pc:docChgLst>
  <pc:docChgLst>
    <pc:chgData name="Kevin Grady" userId="S::kevin.grady@epicbrokers.com::b723fe4a-7f18-4318-9b4a-fc40460fded3" providerId="AD" clId="Web-{B505D04B-06AB-4DF3-9497-C9019B2F5AB7}"/>
    <pc:docChg chg="modSld">
      <pc:chgData name="Kevin Grady" userId="S::kevin.grady@epicbrokers.com::b723fe4a-7f18-4318-9b4a-fc40460fded3" providerId="AD" clId="Web-{B505D04B-06AB-4DF3-9497-C9019B2F5AB7}" dt="2020-10-16T09:47:02.884" v="6" actId="20577"/>
      <pc:docMkLst>
        <pc:docMk/>
      </pc:docMkLst>
      <pc:sldChg chg="modSp addCm">
        <pc:chgData name="Kevin Grady" userId="S::kevin.grady@epicbrokers.com::b723fe4a-7f18-4318-9b4a-fc40460fded3" providerId="AD" clId="Web-{B505D04B-06AB-4DF3-9497-C9019B2F5AB7}" dt="2020-10-16T09:47:02.884" v="5" actId="20577"/>
        <pc:sldMkLst>
          <pc:docMk/>
          <pc:sldMk cId="861792505" sldId="284"/>
        </pc:sldMkLst>
        <pc:spChg chg="mod">
          <ac:chgData name="Kevin Grady" userId="S::kevin.grady@epicbrokers.com::b723fe4a-7f18-4318-9b4a-fc40460fded3" providerId="AD" clId="Web-{B505D04B-06AB-4DF3-9497-C9019B2F5AB7}" dt="2020-10-16T09:47:02.884" v="5" actId="20577"/>
          <ac:spMkLst>
            <pc:docMk/>
            <pc:sldMk cId="861792505" sldId="284"/>
            <ac:spMk id="2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213A93D8-9ACE-48BE-996F-747A38E356B5}"/>
    <pc:docChg chg="modSld">
      <pc:chgData name="Vanessa Smiley" userId="S::vanessa.smiley@epicbrokers.com::c4c85258-5143-4c85-9b08-43875d8fd2af" providerId="AD" clId="Web-{213A93D8-9ACE-48BE-996F-747A38E356B5}" dt="2020-10-21T13:52:37.762" v="4" actId="20577"/>
      <pc:docMkLst>
        <pc:docMk/>
      </pc:docMkLst>
      <pc:sldChg chg="modSp">
        <pc:chgData name="Vanessa Smiley" userId="S::vanessa.smiley@epicbrokers.com::c4c85258-5143-4c85-9b08-43875d8fd2af" providerId="AD" clId="Web-{213A93D8-9ACE-48BE-996F-747A38E356B5}" dt="2020-10-21T13:52:37.762" v="4" actId="20577"/>
        <pc:sldMkLst>
          <pc:docMk/>
          <pc:sldMk cId="1918392502" sldId="267"/>
        </pc:sldMkLst>
        <pc:spChg chg="mod">
          <ac:chgData name="Vanessa Smiley" userId="S::vanessa.smiley@epicbrokers.com::c4c85258-5143-4c85-9b08-43875d8fd2af" providerId="AD" clId="Web-{213A93D8-9ACE-48BE-996F-747A38E356B5}" dt="2020-10-21T13:52:37.762" v="4" actId="20577"/>
          <ac:spMkLst>
            <pc:docMk/>
            <pc:sldMk cId="1918392502" sldId="267"/>
            <ac:spMk id="3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81413BD9-2B35-42FB-8489-2D0D3A19DEBC}"/>
    <pc:docChg chg="delSld">
      <pc:chgData name="Vanessa Smiley" userId="S::vanessa.smiley@epicbrokers.com::c4c85258-5143-4c85-9b08-43875d8fd2af" providerId="AD" clId="Web-{81413BD9-2B35-42FB-8489-2D0D3A19DEBC}" dt="2020-10-26T15:03:47.075" v="0"/>
      <pc:docMkLst>
        <pc:docMk/>
      </pc:docMkLst>
      <pc:sldChg chg="del">
        <pc:chgData name="Vanessa Smiley" userId="S::vanessa.smiley@epicbrokers.com::c4c85258-5143-4c85-9b08-43875d8fd2af" providerId="AD" clId="Web-{81413BD9-2B35-42FB-8489-2D0D3A19DEBC}" dt="2020-10-26T15:03:47.075" v="0"/>
        <pc:sldMkLst>
          <pc:docMk/>
          <pc:sldMk cId="1307104309" sldId="280"/>
        </pc:sldMkLst>
      </pc:sldChg>
    </pc:docChg>
  </pc:docChgLst>
  <pc:docChgLst>
    <pc:chgData name="Christopher Knight" userId="S::christopher.knight@epicbrokers.com::f6dc4160-5262-4a57-b322-50649be5ca59" providerId="AD" clId="Web-{44398908-A6FF-45AA-BB47-7ED935C10C0B}"/>
    <pc:docChg chg="modSld">
      <pc:chgData name="Christopher Knight" userId="S::christopher.knight@epicbrokers.com::f6dc4160-5262-4a57-b322-50649be5ca59" providerId="AD" clId="Web-{44398908-A6FF-45AA-BB47-7ED935C10C0B}" dt="2020-10-19T23:28:13.153" v="42" actId="20577"/>
      <pc:docMkLst>
        <pc:docMk/>
      </pc:docMkLst>
      <pc:sldChg chg="modSp">
        <pc:chgData name="Christopher Knight" userId="S::christopher.knight@epicbrokers.com::f6dc4160-5262-4a57-b322-50649be5ca59" providerId="AD" clId="Web-{44398908-A6FF-45AA-BB47-7ED935C10C0B}" dt="2020-10-19T23:28:13.153" v="41" actId="20577"/>
        <pc:sldMkLst>
          <pc:docMk/>
          <pc:sldMk cId="816967242" sldId="273"/>
        </pc:sldMkLst>
        <pc:spChg chg="mod">
          <ac:chgData name="Christopher Knight" userId="S::christopher.knight@epicbrokers.com::f6dc4160-5262-4a57-b322-50649be5ca59" providerId="AD" clId="Web-{44398908-A6FF-45AA-BB47-7ED935C10C0B}" dt="2020-10-19T23:28:13.153" v="41" actId="20577"/>
          <ac:spMkLst>
            <pc:docMk/>
            <pc:sldMk cId="816967242" sldId="273"/>
            <ac:spMk id="3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44398908-A6FF-45AA-BB47-7ED935C10C0B}" dt="2020-10-19T23:27:47.480" v="2" actId="20577"/>
          <ac:spMkLst>
            <pc:docMk/>
            <pc:sldMk cId="816967242" sldId="273"/>
            <ac:spMk id="5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9DD78475-99CE-401F-AA11-9ABAF38F4F57}"/>
    <pc:docChg chg="modSld">
      <pc:chgData name="Christopher Knight" userId="S::christopher.knight@epicbrokers.com::f6dc4160-5262-4a57-b322-50649be5ca59" providerId="AD" clId="Web-{9DD78475-99CE-401F-AA11-9ABAF38F4F57}" dt="2020-10-19T20:32:53.824" v="117" actId="20577"/>
      <pc:docMkLst>
        <pc:docMk/>
      </pc:docMkLst>
      <pc:sldChg chg="modSp">
        <pc:chgData name="Christopher Knight" userId="S::christopher.knight@epicbrokers.com::f6dc4160-5262-4a57-b322-50649be5ca59" providerId="AD" clId="Web-{9DD78475-99CE-401F-AA11-9ABAF38F4F57}" dt="2020-10-19T20:32:53.824" v="116" actId="20577"/>
        <pc:sldMkLst>
          <pc:docMk/>
          <pc:sldMk cId="704196965" sldId="294"/>
        </pc:sldMkLst>
        <pc:spChg chg="mod">
          <ac:chgData name="Christopher Knight" userId="S::christopher.knight@epicbrokers.com::f6dc4160-5262-4a57-b322-50649be5ca59" providerId="AD" clId="Web-{9DD78475-99CE-401F-AA11-9ABAF38F4F57}" dt="2020-10-19T20:32:53.824" v="116" actId="20577"/>
          <ac:spMkLst>
            <pc:docMk/>
            <pc:sldMk cId="704196965" sldId="294"/>
            <ac:spMk id="4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27CE96F5-E57B-440E-89C1-2989868D04D5}"/>
    <pc:docChg chg="modSld">
      <pc:chgData name="Vanessa Smiley" userId="S::vanessa.smiley@epicbrokers.com::c4c85258-5143-4c85-9b08-43875d8fd2af" providerId="AD" clId="Web-{27CE96F5-E57B-440E-89C1-2989868D04D5}" dt="2020-10-20T00:08:58.631" v="0" actId="1076"/>
      <pc:docMkLst>
        <pc:docMk/>
      </pc:docMkLst>
      <pc:sldChg chg="modSp">
        <pc:chgData name="Vanessa Smiley" userId="S::vanessa.smiley@epicbrokers.com::c4c85258-5143-4c85-9b08-43875d8fd2af" providerId="AD" clId="Web-{27CE96F5-E57B-440E-89C1-2989868D04D5}" dt="2020-10-20T00:08:58.631" v="0" actId="1076"/>
        <pc:sldMkLst>
          <pc:docMk/>
          <pc:sldMk cId="704196965" sldId="294"/>
        </pc:sldMkLst>
        <pc:spChg chg="mod">
          <ac:chgData name="Vanessa Smiley" userId="S::vanessa.smiley@epicbrokers.com::c4c85258-5143-4c85-9b08-43875d8fd2af" providerId="AD" clId="Web-{27CE96F5-E57B-440E-89C1-2989868D04D5}" dt="2020-10-20T00:08:58.631" v="0" actId="1076"/>
          <ac:spMkLst>
            <pc:docMk/>
            <pc:sldMk cId="704196965" sldId="294"/>
            <ac:spMk id="4" creationId="{00000000-0000-0000-0000-000000000000}"/>
          </ac:spMkLst>
        </pc:spChg>
      </pc:sldChg>
    </pc:docChg>
  </pc:docChgLst>
  <pc:docChgLst>
    <pc:chgData name="Christopher Knight" userId="S::christopher.knight@epicbrokers.com::f6dc4160-5262-4a57-b322-50649be5ca59" providerId="AD" clId="Web-{E7BACFE2-159A-454A-8A9A-FAB142B3351C}"/>
    <pc:docChg chg="modSld">
      <pc:chgData name="Christopher Knight" userId="S::christopher.knight@epicbrokers.com::f6dc4160-5262-4a57-b322-50649be5ca59" providerId="AD" clId="Web-{E7BACFE2-159A-454A-8A9A-FAB142B3351C}" dt="2020-10-21T15:58:01.151" v="184" actId="20577"/>
      <pc:docMkLst>
        <pc:docMk/>
      </pc:docMkLst>
      <pc:sldChg chg="modSp">
        <pc:chgData name="Christopher Knight" userId="S::christopher.knight@epicbrokers.com::f6dc4160-5262-4a57-b322-50649be5ca59" providerId="AD" clId="Web-{E7BACFE2-159A-454A-8A9A-FAB142B3351C}" dt="2020-10-21T15:58:01.151" v="184" actId="20577"/>
        <pc:sldMkLst>
          <pc:docMk/>
          <pc:sldMk cId="1918392502" sldId="267"/>
        </pc:sldMkLst>
        <pc:spChg chg="mod">
          <ac:chgData name="Christopher Knight" userId="S::christopher.knight@epicbrokers.com::f6dc4160-5262-4a57-b322-50649be5ca59" providerId="AD" clId="Web-{E7BACFE2-159A-454A-8A9A-FAB142B3351C}" dt="2020-10-21T15:58:01.151" v="184" actId="20577"/>
          <ac:spMkLst>
            <pc:docMk/>
            <pc:sldMk cId="1918392502" sldId="267"/>
            <ac:spMk id="3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E7BACFE2-159A-454A-8A9A-FAB142B3351C}" dt="2020-10-21T15:50:11.283" v="178" actId="20577"/>
        <pc:sldMkLst>
          <pc:docMk/>
          <pc:sldMk cId="816967242" sldId="273"/>
        </pc:sldMkLst>
        <pc:spChg chg="mod">
          <ac:chgData name="Christopher Knight" userId="S::christopher.knight@epicbrokers.com::f6dc4160-5262-4a57-b322-50649be5ca59" providerId="AD" clId="Web-{E7BACFE2-159A-454A-8A9A-FAB142B3351C}" dt="2020-10-21T15:50:11.283" v="178" actId="20577"/>
          <ac:spMkLst>
            <pc:docMk/>
            <pc:sldMk cId="816967242" sldId="273"/>
            <ac:spMk id="5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8CF747F9-AA78-4230-9FAC-1887F8860EB3}"/>
    <pc:docChg chg="modSld">
      <pc:chgData name="Vanessa Smiley" userId="S::vanessa.smiley@epicbrokers.com::c4c85258-5143-4c85-9b08-43875d8fd2af" providerId="AD" clId="Web-{8CF747F9-AA78-4230-9FAC-1887F8860EB3}" dt="2020-10-20T22:25:21.550" v="634" actId="1076"/>
      <pc:docMkLst>
        <pc:docMk/>
      </pc:docMkLst>
      <pc:sldChg chg="modSp">
        <pc:chgData name="Vanessa Smiley" userId="S::vanessa.smiley@epicbrokers.com::c4c85258-5143-4c85-9b08-43875d8fd2af" providerId="AD" clId="Web-{8CF747F9-AA78-4230-9FAC-1887F8860EB3}" dt="2020-10-20T21:20:55.791" v="5" actId="20577"/>
        <pc:sldMkLst>
          <pc:docMk/>
          <pc:sldMk cId="3547581597" sldId="258"/>
        </pc:sldMkLst>
        <pc:spChg chg="mod">
          <ac:chgData name="Vanessa Smiley" userId="S::vanessa.smiley@epicbrokers.com::c4c85258-5143-4c85-9b08-43875d8fd2af" providerId="AD" clId="Web-{8CF747F9-AA78-4230-9FAC-1887F8860EB3}" dt="2020-10-20T21:20:55.791" v="5" actId="20577"/>
          <ac:spMkLst>
            <pc:docMk/>
            <pc:sldMk cId="3547581597" sldId="258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8CF747F9-AA78-4230-9FAC-1887F8860EB3}" dt="2020-10-20T22:12:13.607" v="509" actId="20577"/>
        <pc:sldMkLst>
          <pc:docMk/>
          <pc:sldMk cId="3235767181" sldId="263"/>
        </pc:sldMkLst>
        <pc:spChg chg="mod">
          <ac:chgData name="Vanessa Smiley" userId="S::vanessa.smiley@epicbrokers.com::c4c85258-5143-4c85-9b08-43875d8fd2af" providerId="AD" clId="Web-{8CF747F9-AA78-4230-9FAC-1887F8860EB3}" dt="2020-10-20T22:12:13.607" v="509" actId="20577"/>
          <ac:spMkLst>
            <pc:docMk/>
            <pc:sldMk cId="3235767181" sldId="263"/>
            <ac:spMk id="3" creationId="{00000000-0000-0000-0000-000000000000}"/>
          </ac:spMkLst>
        </pc:spChg>
        <pc:spChg chg="mod">
          <ac:chgData name="Vanessa Smiley" userId="S::vanessa.smiley@epicbrokers.com::c4c85258-5143-4c85-9b08-43875d8fd2af" providerId="AD" clId="Web-{8CF747F9-AA78-4230-9FAC-1887F8860EB3}" dt="2020-10-20T22:08:10.944" v="335" actId="20577"/>
          <ac:spMkLst>
            <pc:docMk/>
            <pc:sldMk cId="3235767181" sldId="263"/>
            <ac:spMk id="6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8CF747F9-AA78-4230-9FAC-1887F8860EB3}" dt="2020-10-20T22:19:22.759" v="588" actId="20577"/>
        <pc:sldMkLst>
          <pc:docMk/>
          <pc:sldMk cId="1211767314" sldId="264"/>
        </pc:sldMkLst>
        <pc:spChg chg="mod">
          <ac:chgData name="Vanessa Smiley" userId="S::vanessa.smiley@epicbrokers.com::c4c85258-5143-4c85-9b08-43875d8fd2af" providerId="AD" clId="Web-{8CF747F9-AA78-4230-9FAC-1887F8860EB3}" dt="2020-10-20T22:19:22.759" v="588" actId="20577"/>
          <ac:spMkLst>
            <pc:docMk/>
            <pc:sldMk cId="1211767314" sldId="264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8CF747F9-AA78-4230-9FAC-1887F8860EB3}" dt="2020-10-20T22:25:21.550" v="634" actId="1076"/>
        <pc:sldMkLst>
          <pc:docMk/>
          <pc:sldMk cId="1918392502" sldId="267"/>
        </pc:sldMkLst>
        <pc:spChg chg="mod">
          <ac:chgData name="Vanessa Smiley" userId="S::vanessa.smiley@epicbrokers.com::c4c85258-5143-4c85-9b08-43875d8fd2af" providerId="AD" clId="Web-{8CF747F9-AA78-4230-9FAC-1887F8860EB3}" dt="2020-10-20T22:25:21.550" v="634" actId="1076"/>
          <ac:spMkLst>
            <pc:docMk/>
            <pc:sldMk cId="1918392502" sldId="267"/>
            <ac:spMk id="3" creationId="{00000000-0000-0000-0000-000000000000}"/>
          </ac:spMkLst>
        </pc:spChg>
      </pc:sldChg>
      <pc:sldChg chg="modSp">
        <pc:chgData name="Vanessa Smiley" userId="S::vanessa.smiley@epicbrokers.com::c4c85258-5143-4c85-9b08-43875d8fd2af" providerId="AD" clId="Web-{8CF747F9-AA78-4230-9FAC-1887F8860EB3}" dt="2020-10-20T22:22:45.452" v="608" actId="20577"/>
        <pc:sldMkLst>
          <pc:docMk/>
          <pc:sldMk cId="1032556226" sldId="268"/>
        </pc:sldMkLst>
        <pc:spChg chg="mod">
          <ac:chgData name="Vanessa Smiley" userId="S::vanessa.smiley@epicbrokers.com::c4c85258-5143-4c85-9b08-43875d8fd2af" providerId="AD" clId="Web-{8CF747F9-AA78-4230-9FAC-1887F8860EB3}" dt="2020-10-20T22:22:45.452" v="608" actId="20577"/>
          <ac:spMkLst>
            <pc:docMk/>
            <pc:sldMk cId="1032556226" sldId="268"/>
            <ac:spMk id="3" creationId="{00000000-0000-0000-0000-000000000000}"/>
          </ac:spMkLst>
        </pc:spChg>
      </pc:sldChg>
      <pc:sldChg chg="delSp modSp">
        <pc:chgData name="Vanessa Smiley" userId="S::vanessa.smiley@epicbrokers.com::c4c85258-5143-4c85-9b08-43875d8fd2af" providerId="AD" clId="Web-{8CF747F9-AA78-4230-9FAC-1887F8860EB3}" dt="2020-10-20T22:11:55.215" v="507" actId="20577"/>
        <pc:sldMkLst>
          <pc:docMk/>
          <pc:sldMk cId="816967242" sldId="273"/>
        </pc:sldMkLst>
        <pc:spChg chg="del">
          <ac:chgData name="Vanessa Smiley" userId="S::vanessa.smiley@epicbrokers.com::c4c85258-5143-4c85-9b08-43875d8fd2af" providerId="AD" clId="Web-{8CF747F9-AA78-4230-9FAC-1887F8860EB3}" dt="2020-10-20T21:49:55.868" v="166"/>
          <ac:spMkLst>
            <pc:docMk/>
            <pc:sldMk cId="816967242" sldId="273"/>
            <ac:spMk id="3" creationId="{00000000-0000-0000-0000-000000000000}"/>
          </ac:spMkLst>
        </pc:spChg>
        <pc:spChg chg="mod">
          <ac:chgData name="Vanessa Smiley" userId="S::vanessa.smiley@epicbrokers.com::c4c85258-5143-4c85-9b08-43875d8fd2af" providerId="AD" clId="Web-{8CF747F9-AA78-4230-9FAC-1887F8860EB3}" dt="2020-10-20T22:11:55.215" v="507" actId="20577"/>
          <ac:spMkLst>
            <pc:docMk/>
            <pc:sldMk cId="816967242" sldId="273"/>
            <ac:spMk id="5" creationId="{00000000-0000-0000-0000-000000000000}"/>
          </ac:spMkLst>
        </pc:spChg>
      </pc:sldChg>
      <pc:sldChg chg="delSp">
        <pc:chgData name="Vanessa Smiley" userId="S::vanessa.smiley@epicbrokers.com::c4c85258-5143-4c85-9b08-43875d8fd2af" providerId="AD" clId="Web-{8CF747F9-AA78-4230-9FAC-1887F8860EB3}" dt="2020-10-20T21:28:41.772" v="47"/>
        <pc:sldMkLst>
          <pc:docMk/>
          <pc:sldMk cId="3736721917" sldId="274"/>
        </pc:sldMkLst>
        <pc:spChg chg="del">
          <ac:chgData name="Vanessa Smiley" userId="S::vanessa.smiley@epicbrokers.com::c4c85258-5143-4c85-9b08-43875d8fd2af" providerId="AD" clId="Web-{8CF747F9-AA78-4230-9FAC-1887F8860EB3}" dt="2020-10-20T21:28:41.772" v="47"/>
          <ac:spMkLst>
            <pc:docMk/>
            <pc:sldMk cId="3736721917" sldId="274"/>
            <ac:spMk id="16" creationId="{00000000-0000-0000-0000-000000000000}"/>
          </ac:spMkLst>
        </pc:spChg>
      </pc:sldChg>
      <pc:sldChg chg="delSp">
        <pc:chgData name="Vanessa Smiley" userId="S::vanessa.smiley@epicbrokers.com::c4c85258-5143-4c85-9b08-43875d8fd2af" providerId="AD" clId="Web-{8CF747F9-AA78-4230-9FAC-1887F8860EB3}" dt="2020-10-20T21:29:13.601" v="48"/>
        <pc:sldMkLst>
          <pc:docMk/>
          <pc:sldMk cId="2881598383" sldId="275"/>
        </pc:sldMkLst>
        <pc:spChg chg="del">
          <ac:chgData name="Vanessa Smiley" userId="S::vanessa.smiley@epicbrokers.com::c4c85258-5143-4c85-9b08-43875d8fd2af" providerId="AD" clId="Web-{8CF747F9-AA78-4230-9FAC-1887F8860EB3}" dt="2020-10-20T21:29:13.601" v="48"/>
          <ac:spMkLst>
            <pc:docMk/>
            <pc:sldMk cId="2881598383" sldId="275"/>
            <ac:spMk id="36" creationId="{00000000-0000-0000-0000-000000000000}"/>
          </ac:spMkLst>
        </pc:spChg>
      </pc:sldChg>
      <pc:sldChg chg="delSp modSp">
        <pc:chgData name="Vanessa Smiley" userId="S::vanessa.smiley@epicbrokers.com::c4c85258-5143-4c85-9b08-43875d8fd2af" providerId="AD" clId="Web-{8CF747F9-AA78-4230-9FAC-1887F8860EB3}" dt="2020-10-20T21:38:32.069" v="88"/>
        <pc:sldMkLst>
          <pc:docMk/>
          <pc:sldMk cId="4091668055" sldId="278"/>
        </pc:sldMkLst>
        <pc:spChg chg="del">
          <ac:chgData name="Vanessa Smiley" userId="S::vanessa.smiley@epicbrokers.com::c4c85258-5143-4c85-9b08-43875d8fd2af" providerId="AD" clId="Web-{8CF747F9-AA78-4230-9FAC-1887F8860EB3}" dt="2020-10-20T21:38:32.069" v="88"/>
          <ac:spMkLst>
            <pc:docMk/>
            <pc:sldMk cId="4091668055" sldId="278"/>
            <ac:spMk id="3" creationId="{00000000-0000-0000-0000-000000000000}"/>
          </ac:spMkLst>
        </pc:spChg>
        <pc:spChg chg="mod">
          <ac:chgData name="Vanessa Smiley" userId="S::vanessa.smiley@epicbrokers.com::c4c85258-5143-4c85-9b08-43875d8fd2af" providerId="AD" clId="Web-{8CF747F9-AA78-4230-9FAC-1887F8860EB3}" dt="2020-10-20T21:38:30.381" v="86" actId="20577"/>
          <ac:spMkLst>
            <pc:docMk/>
            <pc:sldMk cId="4091668055" sldId="278"/>
            <ac:spMk id="4" creationId="{00000000-0000-0000-0000-000000000000}"/>
          </ac:spMkLst>
        </pc:spChg>
      </pc:sldChg>
      <pc:sldChg chg="delSp modSp">
        <pc:chgData name="Vanessa Smiley" userId="S::vanessa.smiley@epicbrokers.com::c4c85258-5143-4c85-9b08-43875d8fd2af" providerId="AD" clId="Web-{8CF747F9-AA78-4230-9FAC-1887F8860EB3}" dt="2020-10-20T21:42:40.607" v="163" actId="20577"/>
        <pc:sldMkLst>
          <pc:docMk/>
          <pc:sldMk cId="704196965" sldId="294"/>
        </pc:sldMkLst>
        <pc:spChg chg="del">
          <ac:chgData name="Vanessa Smiley" userId="S::vanessa.smiley@epicbrokers.com::c4c85258-5143-4c85-9b08-43875d8fd2af" providerId="AD" clId="Web-{8CF747F9-AA78-4230-9FAC-1887F8860EB3}" dt="2020-10-20T21:41:20.511" v="162"/>
          <ac:spMkLst>
            <pc:docMk/>
            <pc:sldMk cId="704196965" sldId="294"/>
            <ac:spMk id="4" creationId="{00000000-0000-0000-0000-000000000000}"/>
          </ac:spMkLst>
        </pc:spChg>
        <pc:spChg chg="mod">
          <ac:chgData name="Vanessa Smiley" userId="S::vanessa.smiley@epicbrokers.com::c4c85258-5143-4c85-9b08-43875d8fd2af" providerId="AD" clId="Web-{8CF747F9-AA78-4230-9FAC-1887F8860EB3}" dt="2020-10-20T21:42:40.607" v="163" actId="20577"/>
          <ac:spMkLst>
            <pc:docMk/>
            <pc:sldMk cId="704196965" sldId="294"/>
            <ac:spMk id="6" creationId="{00000000-0000-0000-0000-000000000000}"/>
          </ac:spMkLst>
        </pc:spChg>
      </pc:sldChg>
    </pc:docChg>
  </pc:docChgLst>
  <pc:docChgLst>
    <pc:chgData name="Vanessa Smiley" userId="S::vanessa.smiley@epicbrokers.com::c4c85258-5143-4c85-9b08-43875d8fd2af" providerId="AD" clId="Web-{34A9AC0A-2ECB-4073-AF0E-D9D23DDCC983}"/>
    <pc:docChg chg="modSld">
      <pc:chgData name="Vanessa Smiley" userId="S::vanessa.smiley@epicbrokers.com::c4c85258-5143-4c85-9b08-43875d8fd2af" providerId="AD" clId="Web-{34A9AC0A-2ECB-4073-AF0E-D9D23DDCC983}" dt="2020-10-19T19:49:24.603" v="95" actId="20577"/>
      <pc:docMkLst>
        <pc:docMk/>
      </pc:docMkLst>
      <pc:sldChg chg="modSp">
        <pc:chgData name="Vanessa Smiley" userId="S::vanessa.smiley@epicbrokers.com::c4c85258-5143-4c85-9b08-43875d8fd2af" providerId="AD" clId="Web-{34A9AC0A-2ECB-4073-AF0E-D9D23DDCC983}" dt="2020-10-19T19:49:24.603" v="95" actId="20577"/>
        <pc:sldMkLst>
          <pc:docMk/>
          <pc:sldMk cId="109571563" sldId="293"/>
        </pc:sldMkLst>
        <pc:spChg chg="mod">
          <ac:chgData name="Vanessa Smiley" userId="S::vanessa.smiley@epicbrokers.com::c4c85258-5143-4c85-9b08-43875d8fd2af" providerId="AD" clId="Web-{34A9AC0A-2ECB-4073-AF0E-D9D23DDCC983}" dt="2020-10-19T19:45:25.773" v="60" actId="20577"/>
          <ac:spMkLst>
            <pc:docMk/>
            <pc:sldMk cId="109571563" sldId="293"/>
            <ac:spMk id="13" creationId="{DAB623C6-03E8-2E40-A9B1-6549E9E2CC8A}"/>
          </ac:spMkLst>
        </pc:spChg>
        <pc:spChg chg="mod">
          <ac:chgData name="Vanessa Smiley" userId="S::vanessa.smiley@epicbrokers.com::c4c85258-5143-4c85-9b08-43875d8fd2af" providerId="AD" clId="Web-{34A9AC0A-2ECB-4073-AF0E-D9D23DDCC983}" dt="2020-10-19T19:49:24.603" v="95" actId="20577"/>
          <ac:spMkLst>
            <pc:docMk/>
            <pc:sldMk cId="109571563" sldId="293"/>
            <ac:spMk id="20" creationId="{75C8AAFB-D432-8641-B2D3-3D469B2543CC}"/>
          </ac:spMkLst>
        </pc:spChg>
      </pc:sldChg>
    </pc:docChg>
  </pc:docChgLst>
  <pc:docChgLst>
    <pc:chgData name="Christopher Knight" userId="S::christopher.knight@epicbrokers.com::f6dc4160-5262-4a57-b322-50649be5ca59" providerId="AD" clId="Web-{9AEAAFEE-896F-4DD4-84FD-E595FB70509D}"/>
    <pc:docChg chg="modSld">
      <pc:chgData name="Christopher Knight" userId="S::christopher.knight@epicbrokers.com::f6dc4160-5262-4a57-b322-50649be5ca59" providerId="AD" clId="Web-{9AEAAFEE-896F-4DD4-84FD-E595FB70509D}" dt="2020-10-21T15:39:24.514" v="429" actId="20577"/>
      <pc:docMkLst>
        <pc:docMk/>
      </pc:docMkLst>
      <pc:sldChg chg="modSp modNotes">
        <pc:chgData name="Christopher Knight" userId="S::christopher.knight@epicbrokers.com::f6dc4160-5262-4a57-b322-50649be5ca59" providerId="AD" clId="Web-{9AEAAFEE-896F-4DD4-84FD-E595FB70509D}" dt="2020-10-21T15:39:07.637" v="406"/>
        <pc:sldMkLst>
          <pc:docMk/>
          <pc:sldMk cId="1211767314" sldId="264"/>
        </pc:sldMkLst>
        <pc:spChg chg="mod">
          <ac:chgData name="Christopher Knight" userId="S::christopher.knight@epicbrokers.com::f6dc4160-5262-4a57-b322-50649be5ca59" providerId="AD" clId="Web-{9AEAAFEE-896F-4DD4-84FD-E595FB70509D}" dt="2020-10-21T15:29:13.207" v="258" actId="20577"/>
          <ac:spMkLst>
            <pc:docMk/>
            <pc:sldMk cId="1211767314" sldId="264"/>
            <ac:spMk id="3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9AEAAFEE-896F-4DD4-84FD-E595FB70509D}" dt="2020-10-21T15:39:24.514" v="429" actId="20577"/>
        <pc:sldMkLst>
          <pc:docMk/>
          <pc:sldMk cId="1918392502" sldId="267"/>
        </pc:sldMkLst>
        <pc:spChg chg="mod">
          <ac:chgData name="Christopher Knight" userId="S::christopher.knight@epicbrokers.com::f6dc4160-5262-4a57-b322-50649be5ca59" providerId="AD" clId="Web-{9AEAAFEE-896F-4DD4-84FD-E595FB70509D}" dt="2020-10-21T15:39:24.514" v="429" actId="20577"/>
          <ac:spMkLst>
            <pc:docMk/>
            <pc:sldMk cId="1918392502" sldId="267"/>
            <ac:spMk id="3" creationId="{00000000-0000-0000-0000-000000000000}"/>
          </ac:spMkLst>
        </pc:spChg>
      </pc:sldChg>
      <pc:sldChg chg="modSp">
        <pc:chgData name="Christopher Knight" userId="S::christopher.knight@epicbrokers.com::f6dc4160-5262-4a57-b322-50649be5ca59" providerId="AD" clId="Web-{9AEAAFEE-896F-4DD4-84FD-E595FB70509D}" dt="2020-10-21T15:10:30.726" v="142" actId="20577"/>
        <pc:sldMkLst>
          <pc:docMk/>
          <pc:sldMk cId="816967242" sldId="273"/>
        </pc:sldMkLst>
        <pc:spChg chg="mod">
          <ac:chgData name="Christopher Knight" userId="S::christopher.knight@epicbrokers.com::f6dc4160-5262-4a57-b322-50649be5ca59" providerId="AD" clId="Web-{9AEAAFEE-896F-4DD4-84FD-E595FB70509D}" dt="2020-10-21T15:08:07.967" v="137" actId="20577"/>
          <ac:spMkLst>
            <pc:docMk/>
            <pc:sldMk cId="816967242" sldId="273"/>
            <ac:spMk id="5" creationId="{00000000-0000-0000-0000-000000000000}"/>
          </ac:spMkLst>
        </pc:spChg>
        <pc:spChg chg="mod">
          <ac:chgData name="Christopher Knight" userId="S::christopher.knight@epicbrokers.com::f6dc4160-5262-4a57-b322-50649be5ca59" providerId="AD" clId="Web-{9AEAAFEE-896F-4DD4-84FD-E595FB70509D}" dt="2020-10-21T15:10:30.726" v="142" actId="20577"/>
          <ac:spMkLst>
            <pc:docMk/>
            <pc:sldMk cId="816967242" sldId="273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/>
                </a:solidFill>
              </a:rPr>
              <a:t>Current Projections vs Impact™ Estimates</a:t>
            </a:r>
          </a:p>
          <a:p>
            <a:pPr>
              <a:defRPr/>
            </a:pPr>
            <a:r>
              <a:rPr lang="en-US">
                <a:solidFill>
                  <a:schemeClr val="tx2"/>
                </a:solidFill>
              </a:rPr>
              <a:t>Target: $6,396,668</a:t>
            </a:r>
            <a:r>
              <a:rPr lang="en-US"/>
              <a:t>   </a:t>
            </a:r>
          </a:p>
        </c:rich>
      </c:tx>
      <c:layout>
        <c:manualLayout>
          <c:xMode val="edge"/>
          <c:yMode val="edge"/>
          <c:x val="0.23225961794519132"/>
          <c:y val="5.695192405573036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5885779672454026E-2"/>
          <c:y val="0.1391194245972221"/>
          <c:w val="0.97129947925093074"/>
          <c:h val="0.7094720915392310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</c:v>
                </c:pt>
              </c:strCache>
            </c:strRef>
          </c:tx>
          <c:spPr>
            <a:ln w="31750" cap="rnd">
              <a:solidFill>
                <a:srgbClr val="003F5E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3F5E"/>
              </a:solidFill>
              <a:ln>
                <a:solidFill>
                  <a:srgbClr val="003F5E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3F5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Sheet1!$B$2:$B$8</c:f>
              <c:numCache>
                <c:formatCode>"$"#,##0_);[Red]\("$"#,##0\)</c:formatCode>
                <c:ptCount val="7"/>
                <c:pt idx="0">
                  <c:v>10628000</c:v>
                </c:pt>
                <c:pt idx="1">
                  <c:v>13583000</c:v>
                </c:pt>
                <c:pt idx="2">
                  <c:v>11701000</c:v>
                </c:pt>
                <c:pt idx="3" formatCode="&quot;$&quot;#,##0">
                  <c:v>8690526</c:v>
                </c:pt>
                <c:pt idx="4" formatCode="&quot;$&quot;#,##0">
                  <c:v>6000000</c:v>
                </c:pt>
                <c:pt idx="5" formatCode="&quot;$&quot;#,##0">
                  <c:v>5000000</c:v>
                </c:pt>
                <c:pt idx="6" formatCode="&quot;$&quot;#,##0">
                  <c:v>5000000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A-5E3B-4FBF-8DE0-1549BB6D66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IMPACT 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3F5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Sheet1!$C$2:$C$8</c:f>
              <c:numCache>
                <c:formatCode>"$"#,##0_);[Red]\("$"#,##0\)</c:formatCode>
                <c:ptCount val="7"/>
                <c:pt idx="0">
                  <c:v>10391406</c:v>
                </c:pt>
                <c:pt idx="1">
                  <c:v>12989312</c:v>
                </c:pt>
                <c:pt idx="2">
                  <c:v>11050826</c:v>
                </c:pt>
                <c:pt idx="3" formatCode="&quot;$&quot;#,##0">
                  <c:v>5214316</c:v>
                </c:pt>
                <c:pt idx="4" formatCode="&quot;$&quot;#,##0">
                  <c:v>5460000</c:v>
                </c:pt>
                <c:pt idx="5" formatCode="&quot;$&quot;#,##0">
                  <c:v>4550000</c:v>
                </c:pt>
                <c:pt idx="6" formatCode="&quot;$&quot;#,##0">
                  <c:v>4550000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5-5E3B-4FBF-8DE0-1549BB6D662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83222032"/>
        <c:axId val="312561856"/>
      </c:lineChart>
      <c:catAx>
        <c:axId val="283222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561856"/>
        <c:crosses val="autoZero"/>
        <c:auto val="1"/>
        <c:lblAlgn val="ctr"/>
        <c:lblOffset val="100"/>
        <c:noMultiLvlLbl val="0"/>
      </c:catAx>
      <c:valAx>
        <c:axId val="312561856"/>
        <c:scaling>
          <c:orientation val="minMax"/>
          <c:max val="1800000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&quot;$&quot;#,##0_);[Red]\(&quot;$&quot;#,##0\)" sourceLinked="1"/>
        <c:majorTickMark val="out"/>
        <c:minorTickMark val="none"/>
        <c:tickLblPos val="nextTo"/>
        <c:crossAx val="283222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8CB7E-206A-41BF-9CD6-287719BAA396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D7BA3-D7BA-4A47-AC4F-D1C00689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9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C3716E9D-9E83-CD44-A31B-C8BB921944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96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066800"/>
            <a:ext cx="114046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409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Yellow Color Block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2986CF9-22AF-0745-AF31-8C9B1D95CD3F}"/>
              </a:ext>
            </a:extLst>
          </p:cNvPr>
          <p:cNvSpPr/>
          <p:nvPr userDrawn="1"/>
        </p:nvSpPr>
        <p:spPr>
          <a:xfrm>
            <a:off x="4572000" y="2133600"/>
            <a:ext cx="7620000" cy="426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3565A">
                  <a:lumMod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52400"/>
            <a:ext cx="6781800" cy="1447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A81AFD-3CB9-5E4E-88ED-3DC32602B988}"/>
              </a:ext>
            </a:extLst>
          </p:cNvPr>
          <p:cNvSpPr/>
          <p:nvPr userDrawn="1"/>
        </p:nvSpPr>
        <p:spPr>
          <a:xfrm>
            <a:off x="0" y="0"/>
            <a:ext cx="4572000" cy="640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4B667777-9277-8340-B68E-75FCD2A3D2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400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CF24B36-47C4-D14E-B590-F84E18340B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9200" y="2667000"/>
            <a:ext cx="6781800" cy="3200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123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7035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23D3677-7F36-0343-A4D6-FFD6D9461F8B}"/>
              </a:ext>
            </a:extLst>
          </p:cNvPr>
          <p:cNvSpPr/>
          <p:nvPr userDrawn="1"/>
        </p:nvSpPr>
        <p:spPr>
          <a:xfrm>
            <a:off x="7620000" y="0"/>
            <a:ext cx="45720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1E9D386-CB9C-B047-8B47-BA95B6D5C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990600"/>
            <a:ext cx="70612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="" xmlns:a16="http://schemas.microsoft.com/office/drawing/2014/main" id="{1CCD6030-F1D4-1140-A171-264936D37E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48600" y="1600200"/>
            <a:ext cx="3962400" cy="46401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6D65A248-E1C4-9A42-9FAE-A96ED9DB4D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48600" y="990600"/>
            <a:ext cx="3962400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Sub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8310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lor Block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A81AFD-3CB9-5E4E-88ED-3DC32602B988}"/>
              </a:ext>
            </a:extLst>
          </p:cNvPr>
          <p:cNvSpPr/>
          <p:nvPr userDrawn="1"/>
        </p:nvSpPr>
        <p:spPr>
          <a:xfrm>
            <a:off x="7620000" y="0"/>
            <a:ext cx="4572000" cy="640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4B667777-9277-8340-B68E-75FCD2A3D2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0000" y="0"/>
            <a:ext cx="4572000" cy="6400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2986CF9-22AF-0745-AF31-8C9B1D95CD3F}"/>
              </a:ext>
            </a:extLst>
          </p:cNvPr>
          <p:cNvSpPr/>
          <p:nvPr userDrawn="1"/>
        </p:nvSpPr>
        <p:spPr>
          <a:xfrm>
            <a:off x="0" y="2133600"/>
            <a:ext cx="7620000" cy="426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3565A">
                  <a:lumMod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6781800" cy="1447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CF24B36-47C4-D14E-B590-F84E18340B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2667000"/>
            <a:ext cx="6781800" cy="320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175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Half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5416047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1E9D386-CB9C-B047-8B47-BA95B6D5C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990600"/>
            <a:ext cx="5435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67543AA4-D1F2-CC40-B768-12ED8E5423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4008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o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91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3">
            <a:extLst>
              <a:ext uri="{FF2B5EF4-FFF2-40B4-BE49-F238E27FC236}">
                <a16:creationId xmlns="" xmlns:a16="http://schemas.microsoft.com/office/drawing/2014/main" id="{86232B39-00A6-004C-881D-21FEB83B5B8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97691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="" xmlns:a16="http://schemas.microsoft.com/office/drawing/2014/main" id="{53E2E026-372A-6942-A7CA-ACD8402E04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68288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="" xmlns:a16="http://schemas.microsoft.com/office/drawing/2014/main" id="{B0FCE66B-2C0A-2744-A448-44D7E2BC30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68288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="" xmlns:a16="http://schemas.microsoft.com/office/drawing/2014/main" id="{80658601-8CC7-C542-9288-7AEA5DB8A7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886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="" xmlns:a16="http://schemas.microsoft.com/office/drawing/2014/main" id="{31959C47-3C62-2745-89C9-1D59CBEC3DD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38886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="" xmlns:a16="http://schemas.microsoft.com/office/drawing/2014/main" id="{CBE937FB-0128-7544-80DD-D08E4DEFC58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7691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27D61B7-789C-714C-AFDA-8D85A7D4CB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7691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="" xmlns:a16="http://schemas.microsoft.com/office/drawing/2014/main" id="{B5363494-298F-FB47-B782-45BFFED8EA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8288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="" xmlns:a16="http://schemas.microsoft.com/office/drawing/2014/main" id="{D0A1674E-AC6E-2F47-A4D5-8495A5A782B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8288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="" xmlns:a16="http://schemas.microsoft.com/office/drawing/2014/main" id="{7A26DEB2-3F07-B54C-9A7C-96A81ECD39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8886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="" xmlns:a16="http://schemas.microsoft.com/office/drawing/2014/main" id="{8FA3D91C-AC18-D44A-9105-AEEA8C98DDE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38886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1417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ottom Half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1050B0-045D-6F4A-A6D6-8B14695DBA8A}"/>
              </a:ext>
            </a:extLst>
          </p:cNvPr>
          <p:cNvSpPr/>
          <p:nvPr userDrawn="1"/>
        </p:nvSpPr>
        <p:spPr>
          <a:xfrm>
            <a:off x="0" y="2743200"/>
            <a:ext cx="121920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B869E9D7-2456-6B47-8509-6E6327DA7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743200"/>
            <a:ext cx="12192000" cy="3657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8" name="Content Placeholder 13">
            <a:extLst>
              <a:ext uri="{FF2B5EF4-FFF2-40B4-BE49-F238E27FC236}">
                <a16:creationId xmlns="" xmlns:a16="http://schemas.microsoft.com/office/drawing/2014/main" id="{6A6EA1F1-6778-FA4A-8543-220CC527B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" y="990600"/>
            <a:ext cx="11404600" cy="144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6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riangle R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="" xmlns:a16="http://schemas.microsoft.com/office/drawing/2014/main" id="{1B84838E-1FF1-B441-A9A1-61D0C2594D6F}"/>
              </a:ext>
            </a:extLst>
          </p:cNvPr>
          <p:cNvSpPr/>
          <p:nvPr userDrawn="1"/>
        </p:nvSpPr>
        <p:spPr>
          <a:xfrm rot="16200000">
            <a:off x="5826789" y="-416588"/>
            <a:ext cx="6430362" cy="71111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9321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23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="" xmlns:a16="http://schemas.microsoft.com/office/drawing/2014/main" id="{42DEA37B-1FA8-BE44-A608-A19F4C127D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324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Gray Background Layou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C3716E9D-9E83-CD44-A31B-C8BB921944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4539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lue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="" xmlns:a16="http://schemas.microsoft.com/office/drawing/2014/main" id="{8AD80C2A-5CF6-164C-B4AB-76A8963D8193}"/>
              </a:ext>
            </a:extLst>
          </p:cNvPr>
          <p:cNvSpPr/>
          <p:nvPr userDrawn="1"/>
        </p:nvSpPr>
        <p:spPr>
          <a:xfrm rot="5400000">
            <a:off x="340389" y="-340389"/>
            <a:ext cx="6430362" cy="71111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49784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85840" y="1066800"/>
            <a:ext cx="57150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="" xmlns:a16="http://schemas.microsoft.com/office/drawing/2014/main" id="{ABC3352C-ED6C-2345-86E4-1D57D4FC3F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371600"/>
            <a:ext cx="4165600" cy="1295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="" xmlns:a16="http://schemas.microsoft.com/office/drawing/2014/main" id="{03E961E7-F5CF-6A41-86FE-377A950BB8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85840" y="1417320"/>
            <a:ext cx="57150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09F16A65-6238-3C47-881E-ECC2B1246A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2502" y="2349138"/>
            <a:ext cx="7048498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="" xmlns:a16="http://schemas.microsoft.com/office/drawing/2014/main" id="{BABD91BA-0B99-694B-BABF-F133236AD6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62502" y="2699658"/>
            <a:ext cx="7048498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="" xmlns:a16="http://schemas.microsoft.com/office/drawing/2014/main" id="{5A95E5B3-6F62-684F-9E19-EB75E22BDEC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52800" y="3590737"/>
            <a:ext cx="84582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="" xmlns:a16="http://schemas.microsoft.com/office/drawing/2014/main" id="{B2BA361B-7795-7F47-AF73-E6C639EE8C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52800" y="3941257"/>
            <a:ext cx="84582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="" xmlns:a16="http://schemas.microsoft.com/office/drawing/2014/main" id="{18F3F14D-542A-D54B-B2B5-06478DBD64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133600" y="4855198"/>
            <a:ext cx="96774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="" xmlns:a16="http://schemas.microsoft.com/office/drawing/2014/main" id="{31287B9C-8A7F-4A45-9CD8-9193A727583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133600" y="5205718"/>
            <a:ext cx="96774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3451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52400"/>
            <a:ext cx="5603241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AFDF55D7-B625-0E46-BA32-5C34CD3483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799" y="990600"/>
            <a:ext cx="5603241" cy="52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i="0" smtClean="0"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Maecenas vitae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dui in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,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, at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dolor in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sem. Vestibulum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dui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. 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B869E9D7-2456-6B47-8509-6E6327DA7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6960" y="0"/>
            <a:ext cx="3017520" cy="32004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="" xmlns:a16="http://schemas.microsoft.com/office/drawing/2014/main" id="{8F7ABAA9-88CE-D94B-97F1-17B91E2D12B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74480" y="0"/>
            <a:ext cx="3017520" cy="32004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35584393-8B65-E843-9918-966EF5FEAF0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6960" y="3200400"/>
            <a:ext cx="3017520" cy="3200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="" xmlns:a16="http://schemas.microsoft.com/office/drawing/2014/main" id="{5B6CDC6B-1C1A-FE43-A929-7246D20751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74480" y="3200400"/>
            <a:ext cx="3017520" cy="32004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</p:spTree>
    <p:extLst>
      <p:ext uri="{BB962C8B-B14F-4D97-AF65-F5344CB8AC3E}">
        <p14:creationId xmlns:p14="http://schemas.microsoft.com/office/powerpoint/2010/main" val="1936763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8613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anded 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1219200"/>
            <a:ext cx="12192000" cy="563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4000D2F8-4283-0B45-8618-F633307377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19200"/>
            <a:ext cx="12192000" cy="56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36" y="3203575"/>
            <a:ext cx="10631129" cy="1028700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="" xmlns:a16="http://schemas.microsoft.com/office/drawing/2014/main" id="{31D89CB0-CC97-174B-AAC9-2AB1262C29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600" y="76200"/>
            <a:ext cx="1752600" cy="1168400"/>
          </a:xfrm>
          <a:prstGeom prst="rect">
            <a:avLst/>
          </a:prstGeom>
        </p:spPr>
      </p:pic>
      <p:sp>
        <p:nvSpPr>
          <p:cNvPr id="8" name="Picture Placeholder 8">
            <a:extLst>
              <a:ext uri="{FF2B5EF4-FFF2-40B4-BE49-F238E27FC236}">
                <a16:creationId xmlns="" xmlns:a16="http://schemas.microsoft.com/office/drawing/2014/main" id="{0AA37CB2-AA56-BA41-A633-0AF494D1B7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28600"/>
            <a:ext cx="3403600" cy="76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Logo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897E2E57-4EAC-2641-87F1-44159979D3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4232275"/>
            <a:ext cx="10630514" cy="3619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487F7A9-67BB-2F4E-9F4E-97F92BBE0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436" y="2784475"/>
            <a:ext cx="10630514" cy="3619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Business or Group Name</a:t>
            </a:r>
          </a:p>
        </p:txBody>
      </p:sp>
    </p:spTree>
    <p:extLst>
      <p:ext uri="{BB962C8B-B14F-4D97-AF65-F5344CB8AC3E}">
        <p14:creationId xmlns:p14="http://schemas.microsoft.com/office/powerpoint/2010/main" val="1310772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Cover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4000D2F8-4283-0B45-8618-F633307377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36" y="3740867"/>
            <a:ext cx="10631129" cy="10287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897E2E57-4EAC-2641-87F1-44159979D3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4769567"/>
            <a:ext cx="10630514" cy="361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487F7A9-67BB-2F4E-9F4E-97F92BBE0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436" y="3321767"/>
            <a:ext cx="10630514" cy="361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Business or Group Name</a:t>
            </a:r>
          </a:p>
        </p:txBody>
      </p:sp>
    </p:spTree>
    <p:extLst>
      <p:ext uri="{BB962C8B-B14F-4D97-AF65-F5344CB8AC3E}">
        <p14:creationId xmlns:p14="http://schemas.microsoft.com/office/powerpoint/2010/main" val="795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DAC105D7-3D6D-C04C-91F7-7849DBF56E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0" y="2895600"/>
            <a:ext cx="4572000" cy="723900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897E2E57-4EAC-2641-87F1-44159979D3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1088" y="3619500"/>
            <a:ext cx="4571735" cy="6477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Sub Title Text</a:t>
            </a:r>
          </a:p>
        </p:txBody>
      </p:sp>
    </p:spTree>
    <p:extLst>
      <p:ext uri="{BB962C8B-B14F-4D97-AF65-F5344CB8AC3E}">
        <p14:creationId xmlns:p14="http://schemas.microsoft.com/office/powerpoint/2010/main" val="3860319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="" xmlns:a16="http://schemas.microsoft.com/office/drawing/2014/main" id="{4732373A-9BC5-CC48-8204-D534038D8E5D}"/>
              </a:ext>
            </a:extLst>
          </p:cNvPr>
          <p:cNvSpPr/>
          <p:nvPr userDrawn="1"/>
        </p:nvSpPr>
        <p:spPr>
          <a:xfrm>
            <a:off x="8051360" y="3619500"/>
            <a:ext cx="4140639" cy="32385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13276EB4-B608-8A4F-A560-F69E72B65D66}"/>
              </a:ext>
            </a:extLst>
          </p:cNvPr>
          <p:cNvSpPr txBox="1">
            <a:spLocks/>
          </p:cNvSpPr>
          <p:nvPr userDrawn="1"/>
        </p:nvSpPr>
        <p:spPr>
          <a:xfrm>
            <a:off x="304800" y="212796"/>
            <a:ext cx="2133600" cy="39680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sz="1200" b="0">
                <a:solidFill>
                  <a:srgbClr val="FFFFFF"/>
                </a:solidFill>
              </a:rPr>
              <a:t>EPIC RISK CONSULTING</a:t>
            </a:r>
          </a:p>
        </p:txBody>
      </p:sp>
      <p:sp>
        <p:nvSpPr>
          <p:cNvPr id="9" name="Title 2">
            <a:extLst>
              <a:ext uri="{FF2B5EF4-FFF2-40B4-BE49-F238E27FC236}">
                <a16:creationId xmlns="" xmlns:a16="http://schemas.microsoft.com/office/drawing/2014/main" id="{1B824087-D71D-4C42-88F1-87B69CEE6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436" y="2895600"/>
            <a:ext cx="10631129" cy="723900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="" xmlns:a16="http://schemas.microsoft.com/office/drawing/2014/main" id="{A5797124-7DDA-7B41-A3A7-33E91BAEE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3619500"/>
            <a:ext cx="10630514" cy="6477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Sub Title Text</a:t>
            </a:r>
          </a:p>
        </p:txBody>
      </p:sp>
    </p:spTree>
    <p:extLst>
      <p:ext uri="{BB962C8B-B14F-4D97-AF65-F5344CB8AC3E}">
        <p14:creationId xmlns:p14="http://schemas.microsoft.com/office/powerpoint/2010/main" val="3245926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Blu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2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8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884757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2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800" b="1" baseline="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066800"/>
            <a:ext cx="11379200" cy="533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Lorem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ipsum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dolor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appetere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erroribus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scripserit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virtute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Euismod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civibus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id,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odio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argumentum per. No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zril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disputando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graeco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postulant sit, id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offendit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pericula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Sonet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pro, cum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iisque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theophrastus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has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petentium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altera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interesset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adversarium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iudico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aeterno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rationibus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has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tamquam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fuisset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probatus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phaedrum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posse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cum. Ex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vidisse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senserit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simul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numquam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his ex. His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denique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Vitae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saepe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salutandi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necessitatibus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in. His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principes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neglegentur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antiopam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 oblique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detraxit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philosophia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idque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viderer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in vim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invenire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delicatissimi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sea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omittantur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mediocritatem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suas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tempor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Stet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omnes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nibh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intellegebat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iracundia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abhorreant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Clita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An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atqui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nonumy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sale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nostrud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consulatu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vim id. Est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aliquip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Rebum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quo, an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veniam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constituam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Corrumpit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evertitur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ne, an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primis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percipit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imperdiet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sea,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partiendo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quaerendum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Per minimum commune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molestiae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id,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eirmod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ponderum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dicta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sanctus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5965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C3716E9D-9E83-CD44-A31B-C8BB921944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4571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066800"/>
            <a:ext cx="114046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702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Yellow Color Block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2986CF9-22AF-0745-AF31-8C9B1D95CD3F}"/>
              </a:ext>
            </a:extLst>
          </p:cNvPr>
          <p:cNvSpPr/>
          <p:nvPr userDrawn="1"/>
        </p:nvSpPr>
        <p:spPr>
          <a:xfrm>
            <a:off x="4572000" y="2133600"/>
            <a:ext cx="7620000" cy="426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3565A">
                  <a:lumMod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52400"/>
            <a:ext cx="6781800" cy="1447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A81AFD-3CB9-5E4E-88ED-3DC32602B988}"/>
              </a:ext>
            </a:extLst>
          </p:cNvPr>
          <p:cNvSpPr/>
          <p:nvPr userDrawn="1"/>
        </p:nvSpPr>
        <p:spPr>
          <a:xfrm>
            <a:off x="0" y="0"/>
            <a:ext cx="4572000" cy="640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4B667777-9277-8340-B68E-75FCD2A3D2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400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CF24B36-47C4-D14E-B590-F84E18340B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9200" y="2667000"/>
            <a:ext cx="6781800" cy="3200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79009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7035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23D3677-7F36-0343-A4D6-FFD6D9461F8B}"/>
              </a:ext>
            </a:extLst>
          </p:cNvPr>
          <p:cNvSpPr/>
          <p:nvPr userDrawn="1"/>
        </p:nvSpPr>
        <p:spPr>
          <a:xfrm>
            <a:off x="7620000" y="0"/>
            <a:ext cx="45720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1E9D386-CB9C-B047-8B47-BA95B6D5C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990600"/>
            <a:ext cx="70612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="" xmlns:a16="http://schemas.microsoft.com/office/drawing/2014/main" id="{1CCD6030-F1D4-1140-A171-264936D37E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48600" y="1600200"/>
            <a:ext cx="3962400" cy="46401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6D65A248-E1C4-9A42-9FAE-A96ED9DB4D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48600" y="990600"/>
            <a:ext cx="3962400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Sub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226266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lor Block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4A81AFD-3CB9-5E4E-88ED-3DC32602B988}"/>
              </a:ext>
            </a:extLst>
          </p:cNvPr>
          <p:cNvSpPr/>
          <p:nvPr userDrawn="1"/>
        </p:nvSpPr>
        <p:spPr>
          <a:xfrm>
            <a:off x="7620000" y="0"/>
            <a:ext cx="4572000" cy="640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4B667777-9277-8340-B68E-75FCD2A3D2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0000" y="0"/>
            <a:ext cx="4572000" cy="6400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2986CF9-22AF-0745-AF31-8C9B1D95CD3F}"/>
              </a:ext>
            </a:extLst>
          </p:cNvPr>
          <p:cNvSpPr/>
          <p:nvPr userDrawn="1"/>
        </p:nvSpPr>
        <p:spPr>
          <a:xfrm>
            <a:off x="0" y="2133600"/>
            <a:ext cx="7620000" cy="426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3565A">
                  <a:lumMod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6781800" cy="1447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CF24B36-47C4-D14E-B590-F84E18340B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2667000"/>
            <a:ext cx="6781800" cy="320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8176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Half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5416047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1E9D386-CB9C-B047-8B47-BA95B6D5C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990600"/>
            <a:ext cx="5435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67543AA4-D1F2-CC40-B768-12ED8E5423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4008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5356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o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91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3">
            <a:extLst>
              <a:ext uri="{FF2B5EF4-FFF2-40B4-BE49-F238E27FC236}">
                <a16:creationId xmlns="" xmlns:a16="http://schemas.microsoft.com/office/drawing/2014/main" id="{86232B39-00A6-004C-881D-21FEB83B5B8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97691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="" xmlns:a16="http://schemas.microsoft.com/office/drawing/2014/main" id="{53E2E026-372A-6942-A7CA-ACD8402E04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68288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="" xmlns:a16="http://schemas.microsoft.com/office/drawing/2014/main" id="{B0FCE66B-2C0A-2744-A448-44D7E2BC30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68288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="" xmlns:a16="http://schemas.microsoft.com/office/drawing/2014/main" id="{80658601-8CC7-C542-9288-7AEA5DB8A7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886" y="1526177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="" xmlns:a16="http://schemas.microsoft.com/office/drawing/2014/main" id="{31959C47-3C62-2745-89C9-1D59CBEC3DD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38886" y="1145177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="" xmlns:a16="http://schemas.microsoft.com/office/drawing/2014/main" id="{CBE937FB-0128-7544-80DD-D08E4DEFC58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7691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A27D61B7-789C-714C-AFDA-8D85A7D4CB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7691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="" xmlns:a16="http://schemas.microsoft.com/office/drawing/2014/main" id="{B5363494-298F-FB47-B782-45BFFED8EA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8288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="" xmlns:a16="http://schemas.microsoft.com/office/drawing/2014/main" id="{D0A1674E-AC6E-2F47-A4D5-8495A5A782B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8288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="" xmlns:a16="http://schemas.microsoft.com/office/drawing/2014/main" id="{7A26DEB2-3F07-B54C-9A7C-96A81ECD39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8886" y="4169228"/>
            <a:ext cx="3657600" cy="190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="" xmlns:a16="http://schemas.microsoft.com/office/drawing/2014/main" id="{8FA3D91C-AC18-D44A-9105-AEEA8C98DDE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38886" y="3788228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060464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ottom Half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1050B0-045D-6F4A-A6D6-8B14695DBA8A}"/>
              </a:ext>
            </a:extLst>
          </p:cNvPr>
          <p:cNvSpPr/>
          <p:nvPr userDrawn="1"/>
        </p:nvSpPr>
        <p:spPr>
          <a:xfrm>
            <a:off x="0" y="2743200"/>
            <a:ext cx="121920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B869E9D7-2456-6B47-8509-6E6327DA7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743200"/>
            <a:ext cx="12192000" cy="3657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8" name="Content Placeholder 13">
            <a:extLst>
              <a:ext uri="{FF2B5EF4-FFF2-40B4-BE49-F238E27FC236}">
                <a16:creationId xmlns="" xmlns:a16="http://schemas.microsoft.com/office/drawing/2014/main" id="{6A6EA1F1-6778-FA4A-8543-220CC527B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" y="990600"/>
            <a:ext cx="11404600" cy="144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5586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riangle R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="" xmlns:a16="http://schemas.microsoft.com/office/drawing/2014/main" id="{1B84838E-1FF1-B441-A9A1-61D0C2594D6F}"/>
              </a:ext>
            </a:extLst>
          </p:cNvPr>
          <p:cNvSpPr/>
          <p:nvPr userDrawn="1"/>
        </p:nvSpPr>
        <p:spPr>
          <a:xfrm rot="16200000">
            <a:off x="5826789" y="-416588"/>
            <a:ext cx="6430362" cy="71111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9321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749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="" xmlns:a16="http://schemas.microsoft.com/office/drawing/2014/main" id="{42DEA37B-1FA8-BE44-A608-A19F4C127D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5672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Gray Background Layou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C3716E9D-9E83-CD44-A31B-C8BB921944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990600"/>
            <a:ext cx="114046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2511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lue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="" xmlns:a16="http://schemas.microsoft.com/office/drawing/2014/main" id="{8AD80C2A-5CF6-164C-B4AB-76A8963D8193}"/>
              </a:ext>
            </a:extLst>
          </p:cNvPr>
          <p:cNvSpPr/>
          <p:nvPr userDrawn="1"/>
        </p:nvSpPr>
        <p:spPr>
          <a:xfrm rot="5400000">
            <a:off x="340389" y="-340389"/>
            <a:ext cx="6430362" cy="71111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49784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85840" y="1066800"/>
            <a:ext cx="57150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="" xmlns:a16="http://schemas.microsoft.com/office/drawing/2014/main" id="{ABC3352C-ED6C-2345-86E4-1D57D4FC3F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371600"/>
            <a:ext cx="4165600" cy="1295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="" xmlns:a16="http://schemas.microsoft.com/office/drawing/2014/main" id="{03E961E7-F5CF-6A41-86FE-377A950BB8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85840" y="1417320"/>
            <a:ext cx="57150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09F16A65-6238-3C47-881E-ECC2B1246A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2502" y="2349138"/>
            <a:ext cx="7048498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="" xmlns:a16="http://schemas.microsoft.com/office/drawing/2014/main" id="{BABD91BA-0B99-694B-BABF-F133236AD6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62502" y="2699658"/>
            <a:ext cx="7048498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="" xmlns:a16="http://schemas.microsoft.com/office/drawing/2014/main" id="{5A95E5B3-6F62-684F-9E19-EB75E22BDEC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52800" y="3590737"/>
            <a:ext cx="84582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="" xmlns:a16="http://schemas.microsoft.com/office/drawing/2014/main" id="{B2BA361B-7795-7F47-AF73-E6C639EE8C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52800" y="3941257"/>
            <a:ext cx="84582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="" xmlns:a16="http://schemas.microsoft.com/office/drawing/2014/main" id="{18F3F14D-542A-D54B-B2B5-06478DBD64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133600" y="4855198"/>
            <a:ext cx="9677400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="" xmlns:a16="http://schemas.microsoft.com/office/drawing/2014/main" id="{31287B9C-8A7F-4A45-9CD8-9193A727583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133600" y="5205718"/>
            <a:ext cx="9677400" cy="766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963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52400"/>
            <a:ext cx="5603241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AFDF55D7-B625-0E46-BA32-5C34CD3483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799" y="990600"/>
            <a:ext cx="5603241" cy="52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i="0" smtClean="0"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Maecenas vitae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dui in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,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, at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dolor in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sem. Vestibulum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dui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. 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B869E9D7-2456-6B47-8509-6E6327DA7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6960" y="0"/>
            <a:ext cx="3017520" cy="32004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="" xmlns:a16="http://schemas.microsoft.com/office/drawing/2014/main" id="{8F7ABAA9-88CE-D94B-97F1-17B91E2D12B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74480" y="0"/>
            <a:ext cx="3017520" cy="32004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35584393-8B65-E843-9918-966EF5FEAF0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6960" y="3200400"/>
            <a:ext cx="3017520" cy="3200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="" xmlns:a16="http://schemas.microsoft.com/office/drawing/2014/main" id="{5B6CDC6B-1C1A-FE43-A929-7246D20751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74480" y="3200400"/>
            <a:ext cx="3017520" cy="32004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</p:spTree>
    <p:extLst>
      <p:ext uri="{BB962C8B-B14F-4D97-AF65-F5344CB8AC3E}">
        <p14:creationId xmlns:p14="http://schemas.microsoft.com/office/powerpoint/2010/main" val="38890723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9416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BF565-D45D-4E68-9623-A04CF9E2D9B1}" type="datetimeFigureOut">
              <a:rPr lang="en-US">
                <a:solidFill>
                  <a:srgbClr val="003F5E"/>
                </a:solidFill>
              </a:rPr>
              <a:pPr/>
              <a:t>4/21/2021</a:t>
            </a:fld>
            <a:endParaRPr lang="en-US">
              <a:solidFill>
                <a:srgbClr val="003F5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003F5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182F0E-1A04-42D3-8310-C25FEC345069}" type="slidenum">
              <a:rPr lang="en-US">
                <a:solidFill>
                  <a:srgbClr val="003F5E"/>
                </a:solidFill>
              </a:rPr>
              <a:pPr/>
              <a:t>‹#›</a:t>
            </a:fld>
            <a:endParaRPr lang="en-US">
              <a:solidFill>
                <a:srgbClr val="003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8527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anded 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" t="15055" r="3304" b="38042"/>
          <a:stretch/>
        </p:blipFill>
        <p:spPr>
          <a:xfrm>
            <a:off x="9182249" y="322052"/>
            <a:ext cx="2704951" cy="5644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1219200"/>
            <a:ext cx="12192000" cy="563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4000D2F8-4283-0B45-8618-F633307377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19200"/>
            <a:ext cx="12192000" cy="56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36" y="3203575"/>
            <a:ext cx="10631129" cy="1028700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="" xmlns:a16="http://schemas.microsoft.com/office/drawing/2014/main" id="{0AA37CB2-AA56-BA41-A633-0AF494D1B7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28600"/>
            <a:ext cx="3403600" cy="76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Logo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897E2E57-4EAC-2641-87F1-44159979D3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4232275"/>
            <a:ext cx="10630514" cy="3619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487F7A9-67BB-2F4E-9F4E-97F92BBE0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436" y="2784475"/>
            <a:ext cx="10630514" cy="3619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Business or Group Name</a:t>
            </a:r>
          </a:p>
        </p:txBody>
      </p:sp>
    </p:spTree>
    <p:extLst>
      <p:ext uri="{BB962C8B-B14F-4D97-AF65-F5344CB8AC3E}">
        <p14:creationId xmlns:p14="http://schemas.microsoft.com/office/powerpoint/2010/main" val="32316604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Blu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4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1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50053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2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800" b="1" baseline="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066800"/>
            <a:ext cx="11379200" cy="533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Lorem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ipsum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dolor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appetere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erroribus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scripserit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virtute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Euismod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civibus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id,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odio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argumentum per. No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zril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disputando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graeco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postulant sit, id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offendit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pericula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Sonet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pro, cum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iisque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theophrastus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has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petentium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altera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interesset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adversarium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iudico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aeterno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rationibus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has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tamquam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fuisset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probatus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phaedrum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posse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cum. Ex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vidisse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senserit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simul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numquam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his ex. His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denique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Vitae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saepe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salutandi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necessitatibus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in. His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principes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neglegentur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antiopam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 oblique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detraxit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philosophia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idque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viderer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in vim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invenire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delicatissimi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sea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omittantur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mediocritatem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suas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tempor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Stet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omnes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nibh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intellegebat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iracundia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abhorreant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Clita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An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atqui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nonumy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sale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nostrud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consulatu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vim id. Est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aliquip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Rebum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quo, an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veniam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constituam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Corrumpit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evertitur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ne, an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primis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percipit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imperdiet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sea,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partiendo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quaerendum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Per minimum commune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molestiae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id,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eirmod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ponderum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dicta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sanctus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80013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 Triangle R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="" xmlns:a16="http://schemas.microsoft.com/office/drawing/2014/main" id="{1B84838E-1FF1-B441-A9A1-61D0C2594D6F}"/>
              </a:ext>
            </a:extLst>
          </p:cNvPr>
          <p:cNvSpPr/>
          <p:nvPr userDrawn="1"/>
        </p:nvSpPr>
        <p:spPr>
          <a:xfrm rot="16200000">
            <a:off x="5826789" y="-416588"/>
            <a:ext cx="6430362" cy="71111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93218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932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anded 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" t="15055" r="3304" b="38042"/>
          <a:stretch/>
        </p:blipFill>
        <p:spPr>
          <a:xfrm>
            <a:off x="9182249" y="322052"/>
            <a:ext cx="2704951" cy="5644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1219200"/>
            <a:ext cx="12192000" cy="563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="" xmlns:a16="http://schemas.microsoft.com/office/drawing/2014/main" id="{4000D2F8-4283-0B45-8618-F633307377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19200"/>
            <a:ext cx="12192000" cy="56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Image area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D13237FC-BA17-2845-B21D-52018E8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36" y="3203575"/>
            <a:ext cx="10631129" cy="1028700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="" xmlns:a16="http://schemas.microsoft.com/office/drawing/2014/main" id="{0AA37CB2-AA56-BA41-A633-0AF494D1B7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28600"/>
            <a:ext cx="3403600" cy="76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Optional Logo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897E2E57-4EAC-2641-87F1-44159979D3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4232275"/>
            <a:ext cx="10630514" cy="3619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487F7A9-67BB-2F4E-9F4E-97F92BBE0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436" y="2784475"/>
            <a:ext cx="10630514" cy="3619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Business or Group Name</a:t>
            </a:r>
          </a:p>
        </p:txBody>
      </p:sp>
    </p:spTree>
    <p:extLst>
      <p:ext uri="{BB962C8B-B14F-4D97-AF65-F5344CB8AC3E}">
        <p14:creationId xmlns:p14="http://schemas.microsoft.com/office/powerpoint/2010/main" val="3497859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ue To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FEF240-5472-D24E-8B64-31ED36FBEA6F}"/>
              </a:ext>
            </a:extLst>
          </p:cNvPr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F8F9A-AC04-0741-893F-02151DCE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11379200" cy="685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="" xmlns:a16="http://schemas.microsoft.com/office/drawing/2014/main" id="{C7E34BA0-82D6-554A-8480-9CD47B8B38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066800"/>
            <a:ext cx="114046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61632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2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800" b="1" baseline="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066800"/>
            <a:ext cx="11379200" cy="533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Lorem ipsum dolor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appetere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erroribus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scripserit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virtute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Euismod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civibus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vis id,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odio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argumentum per. No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zril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posidonium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disputando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graeco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postulant sit, id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offendit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pericula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Sonet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pro, cum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iisque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theophrastus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has dicit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petentium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altera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interesset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adversarium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iudico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aeterno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rationibus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has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ut.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tamquam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fuisset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probatus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phaedrum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posse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cum. Ex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vidisse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senserit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melius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simul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numquam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his ex. His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denique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Vitae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dicit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saepe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salutandi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eros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necessitatibus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in. His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principes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neglegentur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Quo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antiopam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amet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in oblique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detraxit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philosophia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idque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latine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dicam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viderer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eos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in vim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invenire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delicatissimi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Et sea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omittantur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mediocritatem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suas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tempor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vix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Stet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omnes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cu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nibh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intellegebat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usu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at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iracundia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abhorreant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Clita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quaestio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sed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id. An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atqui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nonumy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, sale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nostrud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consulatu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vim id. Est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aliquip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propriae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  <a:p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Rebum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oporteat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eu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quo, an duo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veniam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impetus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constituam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Corrumpit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evertitur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ne, an vis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augue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munere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primis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percipit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imperdiet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sea,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aperiam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persius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consequat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ex,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ad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partiendo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quaerendum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 Per minimum commune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molestiae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id, mea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eirmod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aliquid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accusamus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at.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Vel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ponderum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complectitur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no,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nec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 no dicta </a:t>
            </a:r>
            <a:r>
              <a:rPr lang="en-US" sz="1600" err="1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sanctus</a:t>
            </a:r>
            <a:r>
              <a:rPr lang="en-US" sz="1600">
                <a:solidFill>
                  <a:srgbClr val="53565A"/>
                </a:solidFill>
                <a:latin typeface="Calibri" panose="020F0502020204030204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1051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_Blu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0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04802"/>
            <a:ext cx="10515600" cy="533399"/>
          </a:xfrm>
          <a:prstGeom prst="rect">
            <a:avLst/>
          </a:prstGeom>
        </p:spPr>
        <p:txBody>
          <a:bodyPr anchor="ctr"/>
          <a:lstStyle>
            <a:lvl1pPr>
              <a:defRPr sz="28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5113741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EEBAFD-1D7E-364D-92C3-1203A7A6C1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="" xmlns:a16="http://schemas.microsoft.com/office/drawing/2014/main" id="{4732373A-9BC5-CC48-8204-D534038D8E5D}"/>
              </a:ext>
            </a:extLst>
          </p:cNvPr>
          <p:cNvSpPr/>
          <p:nvPr userDrawn="1"/>
        </p:nvSpPr>
        <p:spPr>
          <a:xfrm>
            <a:off x="8051360" y="3619500"/>
            <a:ext cx="4140639" cy="32385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13276EB4-B608-8A4F-A560-F69E72B65D66}"/>
              </a:ext>
            </a:extLst>
          </p:cNvPr>
          <p:cNvSpPr txBox="1">
            <a:spLocks/>
          </p:cNvSpPr>
          <p:nvPr userDrawn="1"/>
        </p:nvSpPr>
        <p:spPr>
          <a:xfrm>
            <a:off x="304800" y="212796"/>
            <a:ext cx="2133600" cy="39680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sz="1200" b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9" name="Title 2">
            <a:extLst>
              <a:ext uri="{FF2B5EF4-FFF2-40B4-BE49-F238E27FC236}">
                <a16:creationId xmlns="" xmlns:a16="http://schemas.microsoft.com/office/drawing/2014/main" id="{1B824087-D71D-4C42-88F1-87B69CEE6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436" y="2895600"/>
            <a:ext cx="10631129" cy="723900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="" xmlns:a16="http://schemas.microsoft.com/office/drawing/2014/main" id="{A5797124-7DDA-7B41-A3A7-33E91BAEE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050" y="3619500"/>
            <a:ext cx="10630514" cy="6477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Sub Title Text</a:t>
            </a:r>
          </a:p>
        </p:txBody>
      </p:sp>
    </p:spTree>
    <p:extLst>
      <p:ext uri="{BB962C8B-B14F-4D97-AF65-F5344CB8AC3E}">
        <p14:creationId xmlns:p14="http://schemas.microsoft.com/office/powerpoint/2010/main" val="168553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F807BAB-FBAC-2543-8DAD-E05C43AD4103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5892800" y="6537067"/>
            <a:ext cx="4064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BD9173AD-F356-4277-AF4D-61B525278B65}" type="slidenum">
              <a:rPr lang="en-US" sz="700" b="1">
                <a:solidFill>
                  <a:srgbClr val="003F5E"/>
                </a:solidFill>
              </a:rPr>
              <a:pPr algn="ctr"/>
              <a:t>‹#›</a:t>
            </a:fld>
            <a:endParaRPr lang="en-US" sz="700" b="1" kern="1600" spc="27">
              <a:solidFill>
                <a:srgbClr val="003F5E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C9F500A-7E5E-7040-A134-88BDAB8D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11379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902"/>
          <a:stretch/>
        </p:blipFill>
        <p:spPr>
          <a:xfrm>
            <a:off x="11154611" y="6561920"/>
            <a:ext cx="746165" cy="15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0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256">
          <p15:clr>
            <a:srgbClr val="F26B43"/>
          </p15:clr>
        </p15:guide>
        <p15:guide id="3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F807BAB-FBAC-2543-8DAD-E05C43AD4103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902"/>
          <a:stretch/>
        </p:blipFill>
        <p:spPr>
          <a:xfrm>
            <a:off x="11154611" y="6561920"/>
            <a:ext cx="746165" cy="150349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892800" y="6537067"/>
            <a:ext cx="4064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BD9173AD-F356-4277-AF4D-61B525278B65}" type="slidenum">
              <a:rPr lang="en-US" sz="700" b="1">
                <a:solidFill>
                  <a:srgbClr val="003F5E"/>
                </a:solidFill>
              </a:rPr>
              <a:pPr algn="ctr"/>
              <a:t>‹#›</a:t>
            </a:fld>
            <a:endParaRPr lang="en-US" sz="700" b="1" kern="1600" spc="27">
              <a:solidFill>
                <a:srgbClr val="003F5E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C9F500A-7E5E-7040-A134-88BDAB8D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52400"/>
            <a:ext cx="11379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423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256">
          <p15:clr>
            <a:srgbClr val="F26B43"/>
          </p15:clr>
        </p15:guide>
        <p15:guide id="3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36564"/>
            <a:ext cx="10515600" cy="533399"/>
          </a:xfrm>
        </p:spPr>
        <p:txBody>
          <a:bodyPr/>
          <a:lstStyle/>
          <a:p>
            <a:r>
              <a:rPr lang="en-US"/>
              <a:t>Impact™ Target Range: $5,437,168 to $9,413,766 </a:t>
            </a:r>
          </a:p>
        </p:txBody>
      </p:sp>
      <p:graphicFrame>
        <p:nvGraphicFramePr>
          <p:cNvPr id="7" name="Chart 2"/>
          <p:cNvGraphicFramePr/>
          <p:nvPr>
            <p:extLst>
              <p:ext uri="{D42A27DB-BD31-4B8C-83A1-F6EECF244321}">
                <p14:modId xmlns:p14="http://schemas.microsoft.com/office/powerpoint/2010/main" val="857219736"/>
              </p:ext>
            </p:extLst>
          </p:nvPr>
        </p:nvGraphicFramePr>
        <p:xfrm>
          <a:off x="797442" y="1415903"/>
          <a:ext cx="10345479" cy="4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7442" y="5965371"/>
            <a:ext cx="10345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solidFill>
                  <a:schemeClr val="tx2"/>
                </a:solidFill>
              </a:rPr>
              <a:t>The 2021 to 2023 estimate are our estimates, but we will use the initial published projections by Oliver Wyman.  </a:t>
            </a:r>
          </a:p>
        </p:txBody>
      </p:sp>
    </p:spTree>
    <p:extLst>
      <p:ext uri="{BB962C8B-B14F-4D97-AF65-F5344CB8AC3E}">
        <p14:creationId xmlns:p14="http://schemas.microsoft.com/office/powerpoint/2010/main" val="1883620454"/>
      </p:ext>
    </p:extLst>
  </p:cSld>
  <p:clrMapOvr>
    <a:masterClrMapping/>
  </p:clrMapOvr>
</p:sld>
</file>

<file path=ppt/theme/theme1.xml><?xml version="1.0" encoding="utf-8"?>
<a:theme xmlns:a="http://schemas.openxmlformats.org/drawingml/2006/main" name="5_Content Slide Master">
  <a:themeElements>
    <a:clrScheme name="EPIC Brokers - Brand Colors">
      <a:dk1>
        <a:srgbClr val="003F5E"/>
      </a:dk1>
      <a:lt1>
        <a:srgbClr val="FFFFFF"/>
      </a:lt1>
      <a:dk2>
        <a:srgbClr val="101820"/>
      </a:dk2>
      <a:lt2>
        <a:srgbClr val="FFFFFF"/>
      </a:lt2>
      <a:accent1>
        <a:srgbClr val="003F5E"/>
      </a:accent1>
      <a:accent2>
        <a:srgbClr val="F1B334"/>
      </a:accent2>
      <a:accent3>
        <a:srgbClr val="535659"/>
      </a:accent3>
      <a:accent4>
        <a:srgbClr val="005EB8"/>
      </a:accent4>
      <a:accent5>
        <a:srgbClr val="888B8D"/>
      </a:accent5>
      <a:accent6>
        <a:srgbClr val="006F44"/>
      </a:accent6>
      <a:hlink>
        <a:srgbClr val="003F5E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 Slide Master">
  <a:themeElements>
    <a:clrScheme name="EPIC Brokers - Brand Colors">
      <a:dk1>
        <a:srgbClr val="003F5E"/>
      </a:dk1>
      <a:lt1>
        <a:srgbClr val="FFFFFF"/>
      </a:lt1>
      <a:dk2>
        <a:srgbClr val="101820"/>
      </a:dk2>
      <a:lt2>
        <a:srgbClr val="FFFFFF"/>
      </a:lt2>
      <a:accent1>
        <a:srgbClr val="003F5E"/>
      </a:accent1>
      <a:accent2>
        <a:srgbClr val="F1B334"/>
      </a:accent2>
      <a:accent3>
        <a:srgbClr val="535659"/>
      </a:accent3>
      <a:accent4>
        <a:srgbClr val="005EB8"/>
      </a:accent4>
      <a:accent5>
        <a:srgbClr val="888B8D"/>
      </a:accent5>
      <a:accent6>
        <a:srgbClr val="006F44"/>
      </a:accent6>
      <a:hlink>
        <a:srgbClr val="003F5E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RiskConsulting-Template-20191007" id="{F39582AD-3829-5E4C-BDD8-6C779178763A}" vid="{DEB191C6-AB80-2842-B625-C0A0DC2E31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DB72801DF7AA49A821A4C3A555C86C" ma:contentTypeVersion="10" ma:contentTypeDescription="Create a new document." ma:contentTypeScope="" ma:versionID="442dea42b538e9f67d12310834e4fdd5">
  <xsd:schema xmlns:xsd="http://www.w3.org/2001/XMLSchema" xmlns:xs="http://www.w3.org/2001/XMLSchema" xmlns:p="http://schemas.microsoft.com/office/2006/metadata/properties" xmlns:ns2="47459466-ed6b-4e72-a6f3-3480ef95271b" xmlns:ns3="61f82612-f4bc-441a-8e24-e63e3ef541d1" targetNamespace="http://schemas.microsoft.com/office/2006/metadata/properties" ma:root="true" ma:fieldsID="8c86f2d5fd2732f2ba74ab00c1276a3b" ns2:_="" ns3:_="">
    <xsd:import namespace="47459466-ed6b-4e72-a6f3-3480ef95271b"/>
    <xsd:import namespace="61f82612-f4bc-441a-8e24-e63e3ef541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459466-ed6b-4e72-a6f3-3480ef952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f82612-f4bc-441a-8e24-e63e3ef541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E755E7-A519-4256-9868-0532E71ED1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459466-ed6b-4e72-a6f3-3480ef95271b"/>
    <ds:schemaRef ds:uri="61f82612-f4bc-441a-8e24-e63e3ef541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2A964D-E628-4400-AD71-1CFE8B685E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92F9BB-ADDC-47E0-8F86-49AA8D57A96C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47459466-ed6b-4e72-a6f3-3480ef95271b"/>
    <ds:schemaRef ds:uri="http://purl.org/dc/elements/1.1/"/>
    <ds:schemaRef ds:uri="http://schemas.microsoft.com/office/2006/metadata/properties"/>
    <ds:schemaRef ds:uri="http://schemas.microsoft.com/office/infopath/2007/PartnerControls"/>
    <ds:schemaRef ds:uri="61f82612-f4bc-441a-8e24-e63e3ef541d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Century Gothic</vt:lpstr>
      <vt:lpstr>Open Sans Light</vt:lpstr>
      <vt:lpstr>Roboto Light</vt:lpstr>
      <vt:lpstr>5_Content Slide Master</vt:lpstr>
      <vt:lpstr>Content Slide Master</vt:lpstr>
      <vt:lpstr>Impact™ Target Range: $5,437,168 to $9,413,766 </vt:lpstr>
    </vt:vector>
  </TitlesOfParts>
  <Company>Edgewood Partners Insurance Center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Ascena Retail Group</dc:title>
  <dc:creator>Vanessa Smiley</dc:creator>
  <cp:lastModifiedBy>Christopher Knight</cp:lastModifiedBy>
  <cp:revision>8</cp:revision>
  <dcterms:created xsi:type="dcterms:W3CDTF">2020-10-15T18:11:04Z</dcterms:created>
  <dcterms:modified xsi:type="dcterms:W3CDTF">2021-04-21T16:14:58Z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0x010100A5DB72801DF7AA49A821A4C3A555C86C</vt:lpwstr>
  </property>
</Properties>
</file>